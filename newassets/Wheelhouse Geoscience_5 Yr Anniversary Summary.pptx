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62" r:id="rId2"/>
    <p:sldId id="265" r:id="rId3"/>
    <p:sldId id="266" r:id="rId4"/>
    <p:sldId id="261" r:id="rId5"/>
    <p:sldId id="263" r:id="rId6"/>
  </p:sldIdLst>
  <p:sldSz cx="19202400" cy="109728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1A567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3A07E2-70AA-4D73-8652-FB32274B26A2}" v="23" dt="2025-08-01T16:53:06.1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58" d="100"/>
          <a:sy n="58" d="100"/>
        </p:scale>
        <p:origin x="76" y="4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Williamson" userId="0a51ed941850bbbc" providerId="LiveId" clId="{63C52E83-56CE-4838-96D1-B7527DBF1126}"/>
    <pc:docChg chg="undo redo custSel addSld delSld modSld sldOrd">
      <pc:chgData name="David Williamson" userId="0a51ed941850bbbc" providerId="LiveId" clId="{63C52E83-56CE-4838-96D1-B7527DBF1126}" dt="2025-05-30T20:39:04.165" v="5166" actId="2696"/>
      <pc:docMkLst>
        <pc:docMk/>
      </pc:docMkLst>
      <pc:sldChg chg="del">
        <pc:chgData name="David Williamson" userId="0a51ed941850bbbc" providerId="LiveId" clId="{63C52E83-56CE-4838-96D1-B7527DBF1126}" dt="2025-05-25T00:25:11.035" v="109" actId="2696"/>
        <pc:sldMkLst>
          <pc:docMk/>
          <pc:sldMk cId="4059080300" sldId="258"/>
        </pc:sldMkLst>
      </pc:sldChg>
      <pc:sldChg chg="del">
        <pc:chgData name="David Williamson" userId="0a51ed941850bbbc" providerId="LiveId" clId="{63C52E83-56CE-4838-96D1-B7527DBF1126}" dt="2025-05-25T00:25:11.035" v="109" actId="2696"/>
        <pc:sldMkLst>
          <pc:docMk/>
          <pc:sldMk cId="397530262" sldId="259"/>
        </pc:sldMkLst>
      </pc:sldChg>
      <pc:sldChg chg="addSp delSp modSp del mod">
        <pc:chgData name="David Williamson" userId="0a51ed941850bbbc" providerId="LiveId" clId="{63C52E83-56CE-4838-96D1-B7527DBF1126}" dt="2025-05-29T19:13:04.876" v="701" actId="2696"/>
        <pc:sldMkLst>
          <pc:docMk/>
          <pc:sldMk cId="3108268502" sldId="260"/>
        </pc:sldMkLst>
      </pc:sldChg>
      <pc:sldChg chg="addSp delSp modSp new mod ord">
        <pc:chgData name="David Williamson" userId="0a51ed941850bbbc" providerId="LiveId" clId="{63C52E83-56CE-4838-96D1-B7527DBF1126}" dt="2025-05-29T19:13:27.958" v="704" actId="108"/>
        <pc:sldMkLst>
          <pc:docMk/>
          <pc:sldMk cId="3961993474" sldId="261"/>
        </pc:sldMkLst>
      </pc:sldChg>
      <pc:sldChg chg="delSp modSp add mod">
        <pc:chgData name="David Williamson" userId="0a51ed941850bbbc" providerId="LiveId" clId="{63C52E83-56CE-4838-96D1-B7527DBF1126}" dt="2025-05-30T18:12:55.641" v="5128" actId="20577"/>
        <pc:sldMkLst>
          <pc:docMk/>
          <pc:sldMk cId="2425076555" sldId="262"/>
        </pc:sldMkLst>
      </pc:sldChg>
      <pc:sldChg chg="addSp delSp modSp add del mod ord">
        <pc:chgData name="David Williamson" userId="0a51ed941850bbbc" providerId="LiveId" clId="{63C52E83-56CE-4838-96D1-B7527DBF1126}" dt="2025-05-30T03:04:20.241" v="2255" actId="2696"/>
        <pc:sldMkLst>
          <pc:docMk/>
          <pc:sldMk cId="3387106845" sldId="262"/>
        </pc:sldMkLst>
      </pc:sldChg>
      <pc:sldChg chg="addSp delSp modSp add mod">
        <pc:chgData name="David Williamson" userId="0a51ed941850bbbc" providerId="LiveId" clId="{63C52E83-56CE-4838-96D1-B7527DBF1126}" dt="2025-05-29T14:43:27.158" v="672" actId="14100"/>
        <pc:sldMkLst>
          <pc:docMk/>
          <pc:sldMk cId="200897623" sldId="263"/>
        </pc:sldMkLst>
      </pc:sldChg>
      <pc:sldChg chg="addSp delSp modSp add del mod">
        <pc:chgData name="David Williamson" userId="0a51ed941850bbbc" providerId="LiveId" clId="{63C52E83-56CE-4838-96D1-B7527DBF1126}" dt="2025-05-30T20:39:04.165" v="5166" actId="2696"/>
        <pc:sldMkLst>
          <pc:docMk/>
          <pc:sldMk cId="2768760450" sldId="264"/>
        </pc:sldMkLst>
      </pc:sldChg>
      <pc:sldChg chg="addSp delSp modSp add mod">
        <pc:chgData name="David Williamson" userId="0a51ed941850bbbc" providerId="LiveId" clId="{63C52E83-56CE-4838-96D1-B7527DBF1126}" dt="2025-05-30T16:26:49.201" v="4954" actId="692"/>
        <pc:sldMkLst>
          <pc:docMk/>
          <pc:sldMk cId="3038567897" sldId="265"/>
        </pc:sldMkLst>
      </pc:sldChg>
      <pc:sldChg chg="addSp modSp add mod">
        <pc:chgData name="David Williamson" userId="0a51ed941850bbbc" providerId="LiveId" clId="{63C52E83-56CE-4838-96D1-B7527DBF1126}" dt="2025-05-30T20:00:36.377" v="5165" actId="465"/>
        <pc:sldMkLst>
          <pc:docMk/>
          <pc:sldMk cId="781949847" sldId="266"/>
        </pc:sldMkLst>
      </pc:sldChg>
    </pc:docChg>
  </pc:docChgLst>
  <pc:docChgLst>
    <pc:chgData name="David Williamson" userId="0a51ed941850bbbc" providerId="LiveId" clId="{463A07E2-70AA-4D73-8652-FB32274B26A2}"/>
    <pc:docChg chg="undo custSel modSld">
      <pc:chgData name="David Williamson" userId="0a51ed941850bbbc" providerId="LiveId" clId="{463A07E2-70AA-4D73-8652-FB32274B26A2}" dt="2025-08-01T16:53:09.864" v="462" actId="11529"/>
      <pc:docMkLst>
        <pc:docMk/>
      </pc:docMkLst>
      <pc:sldChg chg="addSp delSp modSp mod">
        <pc:chgData name="David Williamson" userId="0a51ed941850bbbc" providerId="LiveId" clId="{463A07E2-70AA-4D73-8652-FB32274B26A2}" dt="2025-08-01T16:53:09.864" v="462" actId="11529"/>
        <pc:sldMkLst>
          <pc:docMk/>
          <pc:sldMk cId="2425076555" sldId="262"/>
        </pc:sldMkLst>
        <pc:spChg chg="add del mod">
          <ac:chgData name="David Williamson" userId="0a51ed941850bbbc" providerId="LiveId" clId="{463A07E2-70AA-4D73-8652-FB32274B26A2}" dt="2025-08-01T16:53:09.864" v="462" actId="11529"/>
          <ac:spMkLst>
            <pc:docMk/>
            <pc:sldMk cId="2425076555" sldId="262"/>
            <ac:spMk id="2" creationId="{DB07762B-A8D6-42E1-E229-B4C09D137478}"/>
          </ac:spMkLst>
        </pc:spChg>
        <pc:picChg chg="mod ord">
          <ac:chgData name="David Williamson" userId="0a51ed941850bbbc" providerId="LiveId" clId="{463A07E2-70AA-4D73-8652-FB32274B26A2}" dt="2025-08-01T16:53:07.916" v="461" actId="166"/>
          <ac:picMkLst>
            <pc:docMk/>
            <pc:sldMk cId="2425076555" sldId="262"/>
            <ac:picMk id="5" creationId="{51E7C32A-D62C-4DE9-9689-DE97605E8121}"/>
          </ac:picMkLst>
        </pc:picChg>
      </pc:sldChg>
      <pc:sldChg chg="addSp delSp modSp mod">
        <pc:chgData name="David Williamson" userId="0a51ed941850bbbc" providerId="LiveId" clId="{463A07E2-70AA-4D73-8652-FB32274B26A2}" dt="2025-07-23T22:03:06.782" v="416" actId="552"/>
        <pc:sldMkLst>
          <pc:docMk/>
          <pc:sldMk cId="200897623" sldId="263"/>
        </pc:sldMkLst>
        <pc:spChg chg="add mod ord">
          <ac:chgData name="David Williamson" userId="0a51ed941850bbbc" providerId="LiveId" clId="{463A07E2-70AA-4D73-8652-FB32274B26A2}" dt="2025-07-23T22:00:53.344" v="312" actId="108"/>
          <ac:spMkLst>
            <pc:docMk/>
            <pc:sldMk cId="200897623" sldId="263"/>
            <ac:spMk id="25" creationId="{E4D686FC-D99A-BADE-0119-0F71319292BF}"/>
          </ac:spMkLst>
        </pc:spChg>
        <pc:spChg chg="add mod ord">
          <ac:chgData name="David Williamson" userId="0a51ed941850bbbc" providerId="LiveId" clId="{463A07E2-70AA-4D73-8652-FB32274B26A2}" dt="2025-07-23T21:57:58.432" v="304"/>
          <ac:spMkLst>
            <pc:docMk/>
            <pc:sldMk cId="200897623" sldId="263"/>
            <ac:spMk id="26" creationId="{040169AA-ACEF-4642-AD82-904FB306AAAE}"/>
          </ac:spMkLst>
        </pc:spChg>
        <pc:spChg chg="mod">
          <ac:chgData name="David Williamson" userId="0a51ed941850bbbc" providerId="LiveId" clId="{463A07E2-70AA-4D73-8652-FB32274B26A2}" dt="2025-07-23T22:03:06.782" v="416" actId="552"/>
          <ac:spMkLst>
            <pc:docMk/>
            <pc:sldMk cId="200897623" sldId="263"/>
            <ac:spMk id="27" creationId="{44B41606-5B3D-274F-1981-4D83BC93BF49}"/>
          </ac:spMkLst>
        </pc:spChg>
        <pc:spChg chg="add mod ord">
          <ac:chgData name="David Williamson" userId="0a51ed941850bbbc" providerId="LiveId" clId="{463A07E2-70AA-4D73-8652-FB32274B26A2}" dt="2025-07-23T21:57:58.432" v="304"/>
          <ac:spMkLst>
            <pc:docMk/>
            <pc:sldMk cId="200897623" sldId="263"/>
            <ac:spMk id="53" creationId="{83556D61-0B1A-F756-514D-72A110E94F06}"/>
          </ac:spMkLst>
        </pc:spChg>
        <pc:spChg chg="add mod ord">
          <ac:chgData name="David Williamson" userId="0a51ed941850bbbc" providerId="LiveId" clId="{463A07E2-70AA-4D73-8652-FB32274B26A2}" dt="2025-07-23T21:57:58.432" v="304"/>
          <ac:spMkLst>
            <pc:docMk/>
            <pc:sldMk cId="200897623" sldId="263"/>
            <ac:spMk id="54" creationId="{00ACC1DB-E816-DCFD-24F8-B6ADF26346A3}"/>
          </ac:spMkLst>
        </pc:spChg>
        <pc:spChg chg="add mod ord">
          <ac:chgData name="David Williamson" userId="0a51ed941850bbbc" providerId="LiveId" clId="{463A07E2-70AA-4D73-8652-FB32274B26A2}" dt="2025-07-23T21:57:58.432" v="304"/>
          <ac:spMkLst>
            <pc:docMk/>
            <pc:sldMk cId="200897623" sldId="263"/>
            <ac:spMk id="55" creationId="{E4AC3B66-44FF-DCFF-907C-0BCC2C94007F}"/>
          </ac:spMkLst>
        </pc:spChg>
        <pc:spChg chg="add mod ord">
          <ac:chgData name="David Williamson" userId="0a51ed941850bbbc" providerId="LiveId" clId="{463A07E2-70AA-4D73-8652-FB32274B26A2}" dt="2025-07-23T21:57:58.432" v="304"/>
          <ac:spMkLst>
            <pc:docMk/>
            <pc:sldMk cId="200897623" sldId="263"/>
            <ac:spMk id="56" creationId="{DA9E074B-92B5-9AC7-1164-14E9A09C8953}"/>
          </ac:spMkLst>
        </pc:spChg>
        <pc:spChg chg="add mod ord">
          <ac:chgData name="David Williamson" userId="0a51ed941850bbbc" providerId="LiveId" clId="{463A07E2-70AA-4D73-8652-FB32274B26A2}" dt="2025-07-23T21:57:58.432" v="304"/>
          <ac:spMkLst>
            <pc:docMk/>
            <pc:sldMk cId="200897623" sldId="263"/>
            <ac:spMk id="57" creationId="{07794591-3E43-8D0F-074B-8CE6DF1A95D2}"/>
          </ac:spMkLst>
        </pc:spChg>
        <pc:spChg chg="add mod">
          <ac:chgData name="David Williamson" userId="0a51ed941850bbbc" providerId="LiveId" clId="{463A07E2-70AA-4D73-8652-FB32274B26A2}" dt="2025-07-23T22:03:06.782" v="416" actId="552"/>
          <ac:spMkLst>
            <pc:docMk/>
            <pc:sldMk cId="200897623" sldId="263"/>
            <ac:spMk id="59" creationId="{72AB51AB-8B44-CA8E-705C-CB7E2AC31961}"/>
          </ac:spMkLst>
        </pc:spChg>
        <pc:cxnChg chg="add mod ord">
          <ac:chgData name="David Williamson" userId="0a51ed941850bbbc" providerId="LiveId" clId="{463A07E2-70AA-4D73-8652-FB32274B26A2}" dt="2025-07-23T21:57:12.201" v="300" actId="554"/>
          <ac:cxnSpMkLst>
            <pc:docMk/>
            <pc:sldMk cId="200897623" sldId="263"/>
            <ac:cxnSpMk id="10" creationId="{A29E2D0B-9970-1247-6CB3-1DDF15991557}"/>
          </ac:cxnSpMkLst>
        </pc:cxnChg>
        <pc:cxnChg chg="add mod ord">
          <ac:chgData name="David Williamson" userId="0a51ed941850bbbc" providerId="LiveId" clId="{463A07E2-70AA-4D73-8652-FB32274B26A2}" dt="2025-07-23T21:56:57.448" v="299" actId="692"/>
          <ac:cxnSpMkLst>
            <pc:docMk/>
            <pc:sldMk cId="200897623" sldId="263"/>
            <ac:cxnSpMk id="12" creationId="{704044E6-CABB-FE06-EED3-1EC5F91D3790}"/>
          </ac:cxnSpMkLst>
        </pc:cxnChg>
        <pc:cxnChg chg="add mod">
          <ac:chgData name="David Williamson" userId="0a51ed941850bbbc" providerId="LiveId" clId="{463A07E2-70AA-4D73-8652-FB32274B26A2}" dt="2025-07-23T21:57:12.201" v="300" actId="554"/>
          <ac:cxnSpMkLst>
            <pc:docMk/>
            <pc:sldMk cId="200897623" sldId="263"/>
            <ac:cxnSpMk id="14" creationId="{197A2870-95C0-0F46-22E6-149A284EDFB3}"/>
          </ac:cxnSpMkLst>
        </pc:cxnChg>
        <pc:cxnChg chg="add mod ord">
          <ac:chgData name="David Williamson" userId="0a51ed941850bbbc" providerId="LiveId" clId="{463A07E2-70AA-4D73-8652-FB32274B26A2}" dt="2025-07-23T21:56:57.448" v="299" actId="692"/>
          <ac:cxnSpMkLst>
            <pc:docMk/>
            <pc:sldMk cId="200897623" sldId="263"/>
            <ac:cxnSpMk id="15" creationId="{CA5F0199-D62A-B1AD-7D75-A3939BCD00D0}"/>
          </ac:cxnSpMkLst>
        </pc:cxnChg>
        <pc:cxnChg chg="add mod">
          <ac:chgData name="David Williamson" userId="0a51ed941850bbbc" providerId="LiveId" clId="{463A07E2-70AA-4D73-8652-FB32274B26A2}" dt="2025-07-23T21:56:57.448" v="299" actId="692"/>
          <ac:cxnSpMkLst>
            <pc:docMk/>
            <pc:sldMk cId="200897623" sldId="263"/>
            <ac:cxnSpMk id="17" creationId="{677EE405-606D-638C-FFD8-1CE92B0E228A}"/>
          </ac:cxnSpMkLst>
        </pc:cxnChg>
        <pc:cxnChg chg="add mod ord">
          <ac:chgData name="David Williamson" userId="0a51ed941850bbbc" providerId="LiveId" clId="{463A07E2-70AA-4D73-8652-FB32274B26A2}" dt="2025-07-23T21:56:57.448" v="299" actId="692"/>
          <ac:cxnSpMkLst>
            <pc:docMk/>
            <pc:sldMk cId="200897623" sldId="263"/>
            <ac:cxnSpMk id="18" creationId="{D99474F0-9DD8-D893-3E3D-C17A7BE020F8}"/>
          </ac:cxnSpMkLst>
        </pc:cxnChg>
        <pc:cxnChg chg="add mod">
          <ac:chgData name="David Williamson" userId="0a51ed941850bbbc" providerId="LiveId" clId="{463A07E2-70AA-4D73-8652-FB32274B26A2}" dt="2025-07-23T21:56:57.448" v="299" actId="692"/>
          <ac:cxnSpMkLst>
            <pc:docMk/>
            <pc:sldMk cId="200897623" sldId="263"/>
            <ac:cxnSpMk id="19" creationId="{5DEA3A29-DEBF-B13F-9437-22D0F5A575A0}"/>
          </ac:cxnSpMkLst>
        </pc:cxnChg>
        <pc:cxnChg chg="add mod">
          <ac:chgData name="David Williamson" userId="0a51ed941850bbbc" providerId="LiveId" clId="{463A07E2-70AA-4D73-8652-FB32274B26A2}" dt="2025-07-23T21:56:57.448" v="299" actId="692"/>
          <ac:cxnSpMkLst>
            <pc:docMk/>
            <pc:sldMk cId="200897623" sldId="263"/>
            <ac:cxnSpMk id="20" creationId="{CF8BA596-493F-0790-97A5-613C8DE857D4}"/>
          </ac:cxnSpMkLst>
        </pc:cxnChg>
      </pc:sldChg>
      <pc:sldChg chg="modSp mod">
        <pc:chgData name="David Williamson" userId="0a51ed941850bbbc" providerId="LiveId" clId="{463A07E2-70AA-4D73-8652-FB32274B26A2}" dt="2025-07-24T19:14:17.019" v="453" actId="20577"/>
        <pc:sldMkLst>
          <pc:docMk/>
          <pc:sldMk cId="781949847" sldId="266"/>
        </pc:sldMkLst>
        <pc:spChg chg="mod">
          <ac:chgData name="David Williamson" userId="0a51ed941850bbbc" providerId="LiveId" clId="{463A07E2-70AA-4D73-8652-FB32274B26A2}" dt="2025-07-24T19:14:17.019" v="453" actId="20577"/>
          <ac:spMkLst>
            <pc:docMk/>
            <pc:sldMk cId="781949847" sldId="266"/>
            <ac:spMk id="23" creationId="{4C0E5E66-C2E3-7643-ADC8-B2EE01AE1CF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00300" y="1795781"/>
            <a:ext cx="14401800" cy="3820160"/>
          </a:xfrm>
        </p:spPr>
        <p:txBody>
          <a:bodyPr anchor="b"/>
          <a:lstStyle>
            <a:lvl1pPr algn="ctr">
              <a:defRPr sz="9450"/>
            </a:lvl1pPr>
          </a:lstStyle>
          <a:p>
            <a:r>
              <a:rPr lang="en-US"/>
              <a:t>Click to edit Master title style</a:t>
            </a:r>
            <a:endParaRPr lang="en-US" dirty="0"/>
          </a:p>
        </p:txBody>
      </p:sp>
      <p:sp>
        <p:nvSpPr>
          <p:cNvPr id="3" name="Subtitle 2"/>
          <p:cNvSpPr>
            <a:spLocks noGrp="1"/>
          </p:cNvSpPr>
          <p:nvPr>
            <p:ph type="subTitle" idx="1"/>
          </p:nvPr>
        </p:nvSpPr>
        <p:spPr>
          <a:xfrm>
            <a:off x="2400300" y="5763261"/>
            <a:ext cx="14401800" cy="2649219"/>
          </a:xfrm>
        </p:spPr>
        <p:txBody>
          <a:bodyPr/>
          <a:lstStyle>
            <a:lvl1pPr marL="0" indent="0" algn="ctr">
              <a:buNone/>
              <a:defRPr sz="3780"/>
            </a:lvl1pPr>
            <a:lvl2pPr marL="720090" indent="0" algn="ctr">
              <a:buNone/>
              <a:defRPr sz="3150"/>
            </a:lvl2pPr>
            <a:lvl3pPr marL="1440180" indent="0" algn="ctr">
              <a:buNone/>
              <a:defRPr sz="2835"/>
            </a:lvl3pPr>
            <a:lvl4pPr marL="2160270" indent="0" algn="ctr">
              <a:buNone/>
              <a:defRPr sz="2520"/>
            </a:lvl4pPr>
            <a:lvl5pPr marL="2880360" indent="0" algn="ctr">
              <a:buNone/>
              <a:defRPr sz="2520"/>
            </a:lvl5pPr>
            <a:lvl6pPr marL="3600450" indent="0" algn="ctr">
              <a:buNone/>
              <a:defRPr sz="2520"/>
            </a:lvl6pPr>
            <a:lvl7pPr marL="4320540" indent="0" algn="ctr">
              <a:buNone/>
              <a:defRPr sz="2520"/>
            </a:lvl7pPr>
            <a:lvl8pPr marL="5040630" indent="0" algn="ctr">
              <a:buNone/>
              <a:defRPr sz="2520"/>
            </a:lvl8pPr>
            <a:lvl9pPr marL="5760720" indent="0" algn="ctr">
              <a:buNone/>
              <a:defRPr sz="25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A1234C9-959C-4CDF-8DFC-D11C50E82AA1}" type="datetimeFigureOut">
              <a:rPr lang="en-US" smtClean="0"/>
              <a:t>7/31/2025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FA0A29-2700-4B0B-B168-DE77581989D9}" type="slidenum">
              <a:rPr lang="en-US" smtClean="0"/>
              <a:t>‹#›</a:t>
            </a:fld>
            <a:endParaRPr lang="en-US"/>
          </a:p>
        </p:txBody>
      </p:sp>
    </p:spTree>
    <p:extLst>
      <p:ext uri="{BB962C8B-B14F-4D97-AF65-F5344CB8AC3E}">
        <p14:creationId xmlns:p14="http://schemas.microsoft.com/office/powerpoint/2010/main" val="16426354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1234C9-959C-4CDF-8DFC-D11C50E82AA1}" type="datetimeFigureOut">
              <a:rPr lang="en-US" smtClean="0"/>
              <a:t>7/31/2025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FA0A29-2700-4B0B-B168-DE77581989D9}" type="slidenum">
              <a:rPr lang="en-US" smtClean="0"/>
              <a:t>‹#›</a:t>
            </a:fld>
            <a:endParaRPr lang="en-US"/>
          </a:p>
        </p:txBody>
      </p:sp>
    </p:spTree>
    <p:extLst>
      <p:ext uri="{BB962C8B-B14F-4D97-AF65-F5344CB8AC3E}">
        <p14:creationId xmlns:p14="http://schemas.microsoft.com/office/powerpoint/2010/main" val="3710083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10164" y="2735582"/>
            <a:ext cx="16562070" cy="4564379"/>
          </a:xfrm>
        </p:spPr>
        <p:txBody>
          <a:bodyPr anchor="b"/>
          <a:lstStyle>
            <a:lvl1pPr>
              <a:defRPr sz="9450"/>
            </a:lvl1pPr>
          </a:lstStyle>
          <a:p>
            <a:r>
              <a:rPr lang="en-US"/>
              <a:t>Click to edit Master title style</a:t>
            </a:r>
            <a:endParaRPr lang="en-US" dirty="0"/>
          </a:p>
        </p:txBody>
      </p:sp>
      <p:sp>
        <p:nvSpPr>
          <p:cNvPr id="3" name="Text Placeholder 2"/>
          <p:cNvSpPr>
            <a:spLocks noGrp="1"/>
          </p:cNvSpPr>
          <p:nvPr>
            <p:ph type="body" idx="1"/>
          </p:nvPr>
        </p:nvSpPr>
        <p:spPr>
          <a:xfrm>
            <a:off x="1310164" y="7343142"/>
            <a:ext cx="16562070" cy="2400299"/>
          </a:xfrm>
        </p:spPr>
        <p:txBody>
          <a:bodyPr/>
          <a:lstStyle>
            <a:lvl1pPr marL="0" indent="0">
              <a:buNone/>
              <a:defRPr sz="3780">
                <a:solidFill>
                  <a:schemeClr val="tx1">
                    <a:tint val="75000"/>
                  </a:schemeClr>
                </a:solidFill>
              </a:defRPr>
            </a:lvl1pPr>
            <a:lvl2pPr marL="720090" indent="0">
              <a:buNone/>
              <a:defRPr sz="3150">
                <a:solidFill>
                  <a:schemeClr val="tx1">
                    <a:tint val="75000"/>
                  </a:schemeClr>
                </a:solidFill>
              </a:defRPr>
            </a:lvl2pPr>
            <a:lvl3pPr marL="1440180" indent="0">
              <a:buNone/>
              <a:defRPr sz="2835">
                <a:solidFill>
                  <a:schemeClr val="tx1">
                    <a:tint val="75000"/>
                  </a:schemeClr>
                </a:solidFill>
              </a:defRPr>
            </a:lvl3pPr>
            <a:lvl4pPr marL="2160270" indent="0">
              <a:buNone/>
              <a:defRPr sz="2520">
                <a:solidFill>
                  <a:schemeClr val="tx1">
                    <a:tint val="75000"/>
                  </a:schemeClr>
                </a:solidFill>
              </a:defRPr>
            </a:lvl4pPr>
            <a:lvl5pPr marL="2880360" indent="0">
              <a:buNone/>
              <a:defRPr sz="2520">
                <a:solidFill>
                  <a:schemeClr val="tx1">
                    <a:tint val="75000"/>
                  </a:schemeClr>
                </a:solidFill>
              </a:defRPr>
            </a:lvl5pPr>
            <a:lvl6pPr marL="3600450" indent="0">
              <a:buNone/>
              <a:defRPr sz="2520">
                <a:solidFill>
                  <a:schemeClr val="tx1">
                    <a:tint val="75000"/>
                  </a:schemeClr>
                </a:solidFill>
              </a:defRPr>
            </a:lvl6pPr>
            <a:lvl7pPr marL="4320540" indent="0">
              <a:buNone/>
              <a:defRPr sz="2520">
                <a:solidFill>
                  <a:schemeClr val="tx1">
                    <a:tint val="75000"/>
                  </a:schemeClr>
                </a:solidFill>
              </a:defRPr>
            </a:lvl7pPr>
            <a:lvl8pPr marL="5040630" indent="0">
              <a:buNone/>
              <a:defRPr sz="2520">
                <a:solidFill>
                  <a:schemeClr val="tx1">
                    <a:tint val="75000"/>
                  </a:schemeClr>
                </a:solidFill>
              </a:defRPr>
            </a:lvl8pPr>
            <a:lvl9pPr marL="5760720" indent="0">
              <a:buNone/>
              <a:defRPr sz="25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1234C9-959C-4CDF-8DFC-D11C50E82AA1}" type="datetimeFigureOut">
              <a:rPr lang="en-US" smtClean="0"/>
              <a:t>7/31/2025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FA0A29-2700-4B0B-B168-DE77581989D9}" type="slidenum">
              <a:rPr lang="en-US" smtClean="0"/>
              <a:t>‹#›</a:t>
            </a:fld>
            <a:endParaRPr lang="en-US"/>
          </a:p>
        </p:txBody>
      </p:sp>
    </p:spTree>
    <p:extLst>
      <p:ext uri="{BB962C8B-B14F-4D97-AF65-F5344CB8AC3E}">
        <p14:creationId xmlns:p14="http://schemas.microsoft.com/office/powerpoint/2010/main" val="3710000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320165" y="2921000"/>
            <a:ext cx="8161020" cy="69621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721215" y="2921000"/>
            <a:ext cx="8161020" cy="69621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1234C9-959C-4CDF-8DFC-D11C50E82AA1}" type="datetimeFigureOut">
              <a:rPr lang="en-US" smtClean="0"/>
              <a:t>7/31/2025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FA0A29-2700-4B0B-B168-DE77581989D9}" type="slidenum">
              <a:rPr lang="en-US" smtClean="0"/>
              <a:t>‹#›</a:t>
            </a:fld>
            <a:endParaRPr lang="en-US"/>
          </a:p>
        </p:txBody>
      </p:sp>
    </p:spTree>
    <p:extLst>
      <p:ext uri="{BB962C8B-B14F-4D97-AF65-F5344CB8AC3E}">
        <p14:creationId xmlns:p14="http://schemas.microsoft.com/office/powerpoint/2010/main" val="1359860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22666" y="584201"/>
            <a:ext cx="16562070" cy="212090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22667" y="2689861"/>
            <a:ext cx="8123515" cy="1318259"/>
          </a:xfrm>
        </p:spPr>
        <p:txBody>
          <a:bodyPr anchor="b"/>
          <a:lstStyle>
            <a:lvl1pPr marL="0" indent="0">
              <a:buNone/>
              <a:defRPr sz="3780" b="1"/>
            </a:lvl1pPr>
            <a:lvl2pPr marL="720090" indent="0">
              <a:buNone/>
              <a:defRPr sz="3150" b="1"/>
            </a:lvl2pPr>
            <a:lvl3pPr marL="1440180" indent="0">
              <a:buNone/>
              <a:defRPr sz="2835" b="1"/>
            </a:lvl3pPr>
            <a:lvl4pPr marL="2160270" indent="0">
              <a:buNone/>
              <a:defRPr sz="2520" b="1"/>
            </a:lvl4pPr>
            <a:lvl5pPr marL="2880360" indent="0">
              <a:buNone/>
              <a:defRPr sz="2520" b="1"/>
            </a:lvl5pPr>
            <a:lvl6pPr marL="3600450" indent="0">
              <a:buNone/>
              <a:defRPr sz="2520" b="1"/>
            </a:lvl6pPr>
            <a:lvl7pPr marL="4320540" indent="0">
              <a:buNone/>
              <a:defRPr sz="2520" b="1"/>
            </a:lvl7pPr>
            <a:lvl8pPr marL="5040630" indent="0">
              <a:buNone/>
              <a:defRPr sz="2520" b="1"/>
            </a:lvl8pPr>
            <a:lvl9pPr marL="5760720" indent="0">
              <a:buNone/>
              <a:defRPr sz="2520" b="1"/>
            </a:lvl9pPr>
          </a:lstStyle>
          <a:p>
            <a:pPr lvl="0"/>
            <a:r>
              <a:rPr lang="en-US"/>
              <a:t>Click to edit Master text styles</a:t>
            </a:r>
          </a:p>
        </p:txBody>
      </p:sp>
      <p:sp>
        <p:nvSpPr>
          <p:cNvPr id="4" name="Content Placeholder 3"/>
          <p:cNvSpPr>
            <a:spLocks noGrp="1"/>
          </p:cNvSpPr>
          <p:nvPr>
            <p:ph sz="half" idx="2"/>
          </p:nvPr>
        </p:nvSpPr>
        <p:spPr>
          <a:xfrm>
            <a:off x="1322667" y="4008120"/>
            <a:ext cx="8123515" cy="58953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721215" y="2689861"/>
            <a:ext cx="8163521" cy="1318259"/>
          </a:xfrm>
        </p:spPr>
        <p:txBody>
          <a:bodyPr anchor="b"/>
          <a:lstStyle>
            <a:lvl1pPr marL="0" indent="0">
              <a:buNone/>
              <a:defRPr sz="3780" b="1"/>
            </a:lvl1pPr>
            <a:lvl2pPr marL="720090" indent="0">
              <a:buNone/>
              <a:defRPr sz="3150" b="1"/>
            </a:lvl2pPr>
            <a:lvl3pPr marL="1440180" indent="0">
              <a:buNone/>
              <a:defRPr sz="2835" b="1"/>
            </a:lvl3pPr>
            <a:lvl4pPr marL="2160270" indent="0">
              <a:buNone/>
              <a:defRPr sz="2520" b="1"/>
            </a:lvl4pPr>
            <a:lvl5pPr marL="2880360" indent="0">
              <a:buNone/>
              <a:defRPr sz="2520" b="1"/>
            </a:lvl5pPr>
            <a:lvl6pPr marL="3600450" indent="0">
              <a:buNone/>
              <a:defRPr sz="2520" b="1"/>
            </a:lvl6pPr>
            <a:lvl7pPr marL="4320540" indent="0">
              <a:buNone/>
              <a:defRPr sz="2520" b="1"/>
            </a:lvl7pPr>
            <a:lvl8pPr marL="5040630" indent="0">
              <a:buNone/>
              <a:defRPr sz="2520" b="1"/>
            </a:lvl8pPr>
            <a:lvl9pPr marL="5760720" indent="0">
              <a:buNone/>
              <a:defRPr sz="2520" b="1"/>
            </a:lvl9pPr>
          </a:lstStyle>
          <a:p>
            <a:pPr lvl="0"/>
            <a:r>
              <a:rPr lang="en-US"/>
              <a:t>Click to edit Master text styles</a:t>
            </a:r>
          </a:p>
        </p:txBody>
      </p:sp>
      <p:sp>
        <p:nvSpPr>
          <p:cNvPr id="6" name="Content Placeholder 5"/>
          <p:cNvSpPr>
            <a:spLocks noGrp="1"/>
          </p:cNvSpPr>
          <p:nvPr>
            <p:ph sz="quarter" idx="4"/>
          </p:nvPr>
        </p:nvSpPr>
        <p:spPr>
          <a:xfrm>
            <a:off x="9721215" y="4008120"/>
            <a:ext cx="8163521" cy="58953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A1234C9-959C-4CDF-8DFC-D11C50E82AA1}" type="datetimeFigureOut">
              <a:rPr lang="en-US" smtClean="0"/>
              <a:t>7/31/2025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DFA0A29-2700-4B0B-B168-DE77581989D9}" type="slidenum">
              <a:rPr lang="en-US" smtClean="0"/>
              <a:t>‹#›</a:t>
            </a:fld>
            <a:endParaRPr lang="en-US"/>
          </a:p>
        </p:txBody>
      </p:sp>
    </p:spTree>
    <p:extLst>
      <p:ext uri="{BB962C8B-B14F-4D97-AF65-F5344CB8AC3E}">
        <p14:creationId xmlns:p14="http://schemas.microsoft.com/office/powerpoint/2010/main" val="149794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A1234C9-959C-4CDF-8DFC-D11C50E82AA1}" type="datetimeFigureOut">
              <a:rPr lang="en-US" smtClean="0"/>
              <a:t>7/31/2025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FA0A29-2700-4B0B-B168-DE77581989D9}" type="slidenum">
              <a:rPr lang="en-US" smtClean="0"/>
              <a:t>‹#›</a:t>
            </a:fld>
            <a:endParaRPr lang="en-US"/>
          </a:p>
        </p:txBody>
      </p:sp>
    </p:spTree>
    <p:extLst>
      <p:ext uri="{BB962C8B-B14F-4D97-AF65-F5344CB8AC3E}">
        <p14:creationId xmlns:p14="http://schemas.microsoft.com/office/powerpoint/2010/main" val="828618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1234C9-959C-4CDF-8DFC-D11C50E82AA1}" type="datetimeFigureOut">
              <a:rPr lang="en-US" smtClean="0"/>
              <a:t>7/31/2025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DFA0A29-2700-4B0B-B168-DE77581989D9}" type="slidenum">
              <a:rPr lang="en-US" smtClean="0"/>
              <a:t>‹#›</a:t>
            </a:fld>
            <a:endParaRPr lang="en-US"/>
          </a:p>
        </p:txBody>
      </p:sp>
    </p:spTree>
    <p:extLst>
      <p:ext uri="{BB962C8B-B14F-4D97-AF65-F5344CB8AC3E}">
        <p14:creationId xmlns:p14="http://schemas.microsoft.com/office/powerpoint/2010/main" val="1933643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22667" y="731520"/>
            <a:ext cx="6193273" cy="2560320"/>
          </a:xfrm>
        </p:spPr>
        <p:txBody>
          <a:bodyPr anchor="b"/>
          <a:lstStyle>
            <a:lvl1pPr>
              <a:defRPr sz="5040"/>
            </a:lvl1pPr>
          </a:lstStyle>
          <a:p>
            <a:r>
              <a:rPr lang="en-US"/>
              <a:t>Click to edit Master title style</a:t>
            </a:r>
            <a:endParaRPr lang="en-US" dirty="0"/>
          </a:p>
        </p:txBody>
      </p:sp>
      <p:sp>
        <p:nvSpPr>
          <p:cNvPr id="3" name="Content Placeholder 2"/>
          <p:cNvSpPr>
            <a:spLocks noGrp="1"/>
          </p:cNvSpPr>
          <p:nvPr>
            <p:ph idx="1"/>
          </p:nvPr>
        </p:nvSpPr>
        <p:spPr>
          <a:xfrm>
            <a:off x="8163521" y="1579881"/>
            <a:ext cx="9721215" cy="7797800"/>
          </a:xfrm>
        </p:spPr>
        <p:txBody>
          <a:bodyPr/>
          <a:lstStyle>
            <a:lvl1pPr>
              <a:defRPr sz="5040"/>
            </a:lvl1pPr>
            <a:lvl2pPr>
              <a:defRPr sz="4410"/>
            </a:lvl2pPr>
            <a:lvl3pPr>
              <a:defRPr sz="3780"/>
            </a:lvl3pPr>
            <a:lvl4pPr>
              <a:defRPr sz="3150"/>
            </a:lvl4pPr>
            <a:lvl5pPr>
              <a:defRPr sz="3150"/>
            </a:lvl5pPr>
            <a:lvl6pPr>
              <a:defRPr sz="3150"/>
            </a:lvl6pPr>
            <a:lvl7pPr>
              <a:defRPr sz="3150"/>
            </a:lvl7pPr>
            <a:lvl8pPr>
              <a:defRPr sz="3150"/>
            </a:lvl8pPr>
            <a:lvl9pPr>
              <a:defRPr sz="31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22667" y="3291840"/>
            <a:ext cx="6193273" cy="6098541"/>
          </a:xfrm>
        </p:spPr>
        <p:txBody>
          <a:bodyPr/>
          <a:lstStyle>
            <a:lvl1pPr marL="0" indent="0">
              <a:buNone/>
              <a:defRPr sz="2520"/>
            </a:lvl1pPr>
            <a:lvl2pPr marL="720090" indent="0">
              <a:buNone/>
              <a:defRPr sz="2205"/>
            </a:lvl2pPr>
            <a:lvl3pPr marL="1440180" indent="0">
              <a:buNone/>
              <a:defRPr sz="1890"/>
            </a:lvl3pPr>
            <a:lvl4pPr marL="2160270" indent="0">
              <a:buNone/>
              <a:defRPr sz="1575"/>
            </a:lvl4pPr>
            <a:lvl5pPr marL="2880360" indent="0">
              <a:buNone/>
              <a:defRPr sz="1575"/>
            </a:lvl5pPr>
            <a:lvl6pPr marL="3600450" indent="0">
              <a:buNone/>
              <a:defRPr sz="1575"/>
            </a:lvl6pPr>
            <a:lvl7pPr marL="4320540" indent="0">
              <a:buNone/>
              <a:defRPr sz="1575"/>
            </a:lvl7pPr>
            <a:lvl8pPr marL="5040630" indent="0">
              <a:buNone/>
              <a:defRPr sz="1575"/>
            </a:lvl8pPr>
            <a:lvl9pPr marL="5760720" indent="0">
              <a:buNone/>
              <a:defRPr sz="1575"/>
            </a:lvl9pPr>
          </a:lstStyle>
          <a:p>
            <a:pPr lvl="0"/>
            <a:r>
              <a:rPr lang="en-US"/>
              <a:t>Click to edit Master text styles</a:t>
            </a:r>
          </a:p>
        </p:txBody>
      </p:sp>
      <p:sp>
        <p:nvSpPr>
          <p:cNvPr id="5" name="Date Placeholder 4"/>
          <p:cNvSpPr>
            <a:spLocks noGrp="1"/>
          </p:cNvSpPr>
          <p:nvPr>
            <p:ph type="dt" sz="half" idx="10"/>
          </p:nvPr>
        </p:nvSpPr>
        <p:spPr/>
        <p:txBody>
          <a:bodyPr/>
          <a:lstStyle/>
          <a:p>
            <a:fld id="{0A1234C9-959C-4CDF-8DFC-D11C50E82AA1}" type="datetimeFigureOut">
              <a:rPr lang="en-US" smtClean="0"/>
              <a:t>7/31/2025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FA0A29-2700-4B0B-B168-DE77581989D9}" type="slidenum">
              <a:rPr lang="en-US" smtClean="0"/>
              <a:t>‹#›</a:t>
            </a:fld>
            <a:endParaRPr lang="en-US"/>
          </a:p>
        </p:txBody>
      </p:sp>
    </p:spTree>
    <p:extLst>
      <p:ext uri="{BB962C8B-B14F-4D97-AF65-F5344CB8AC3E}">
        <p14:creationId xmlns:p14="http://schemas.microsoft.com/office/powerpoint/2010/main" val="1055583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22667" y="731520"/>
            <a:ext cx="6193273" cy="2560320"/>
          </a:xfrm>
        </p:spPr>
        <p:txBody>
          <a:bodyPr anchor="b"/>
          <a:lstStyle>
            <a:lvl1pPr>
              <a:defRPr sz="504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63521" y="1579881"/>
            <a:ext cx="9721215" cy="7797800"/>
          </a:xfrm>
        </p:spPr>
        <p:txBody>
          <a:bodyPr anchor="t"/>
          <a:lstStyle>
            <a:lvl1pPr marL="0" indent="0">
              <a:buNone/>
              <a:defRPr sz="5040"/>
            </a:lvl1pPr>
            <a:lvl2pPr marL="720090" indent="0">
              <a:buNone/>
              <a:defRPr sz="4410"/>
            </a:lvl2pPr>
            <a:lvl3pPr marL="1440180" indent="0">
              <a:buNone/>
              <a:defRPr sz="3780"/>
            </a:lvl3pPr>
            <a:lvl4pPr marL="2160270" indent="0">
              <a:buNone/>
              <a:defRPr sz="3150"/>
            </a:lvl4pPr>
            <a:lvl5pPr marL="2880360" indent="0">
              <a:buNone/>
              <a:defRPr sz="3150"/>
            </a:lvl5pPr>
            <a:lvl6pPr marL="3600450" indent="0">
              <a:buNone/>
              <a:defRPr sz="3150"/>
            </a:lvl6pPr>
            <a:lvl7pPr marL="4320540" indent="0">
              <a:buNone/>
              <a:defRPr sz="3150"/>
            </a:lvl7pPr>
            <a:lvl8pPr marL="5040630" indent="0">
              <a:buNone/>
              <a:defRPr sz="3150"/>
            </a:lvl8pPr>
            <a:lvl9pPr marL="5760720" indent="0">
              <a:buNone/>
              <a:defRPr sz="3150"/>
            </a:lvl9pPr>
          </a:lstStyle>
          <a:p>
            <a:r>
              <a:rPr lang="en-US"/>
              <a:t>Click icon to add picture</a:t>
            </a:r>
            <a:endParaRPr lang="en-US" dirty="0"/>
          </a:p>
        </p:txBody>
      </p:sp>
      <p:sp>
        <p:nvSpPr>
          <p:cNvPr id="4" name="Text Placeholder 3"/>
          <p:cNvSpPr>
            <a:spLocks noGrp="1"/>
          </p:cNvSpPr>
          <p:nvPr>
            <p:ph type="body" sz="half" idx="2"/>
          </p:nvPr>
        </p:nvSpPr>
        <p:spPr>
          <a:xfrm>
            <a:off x="1322667" y="3291840"/>
            <a:ext cx="6193273" cy="6098541"/>
          </a:xfrm>
        </p:spPr>
        <p:txBody>
          <a:bodyPr/>
          <a:lstStyle>
            <a:lvl1pPr marL="0" indent="0">
              <a:buNone/>
              <a:defRPr sz="2520"/>
            </a:lvl1pPr>
            <a:lvl2pPr marL="720090" indent="0">
              <a:buNone/>
              <a:defRPr sz="2205"/>
            </a:lvl2pPr>
            <a:lvl3pPr marL="1440180" indent="0">
              <a:buNone/>
              <a:defRPr sz="1890"/>
            </a:lvl3pPr>
            <a:lvl4pPr marL="2160270" indent="0">
              <a:buNone/>
              <a:defRPr sz="1575"/>
            </a:lvl4pPr>
            <a:lvl5pPr marL="2880360" indent="0">
              <a:buNone/>
              <a:defRPr sz="1575"/>
            </a:lvl5pPr>
            <a:lvl6pPr marL="3600450" indent="0">
              <a:buNone/>
              <a:defRPr sz="1575"/>
            </a:lvl6pPr>
            <a:lvl7pPr marL="4320540" indent="0">
              <a:buNone/>
              <a:defRPr sz="1575"/>
            </a:lvl7pPr>
            <a:lvl8pPr marL="5040630" indent="0">
              <a:buNone/>
              <a:defRPr sz="1575"/>
            </a:lvl8pPr>
            <a:lvl9pPr marL="5760720" indent="0">
              <a:buNone/>
              <a:defRPr sz="1575"/>
            </a:lvl9pPr>
          </a:lstStyle>
          <a:p>
            <a:pPr lvl="0"/>
            <a:r>
              <a:rPr lang="en-US"/>
              <a:t>Click to edit Master text styles</a:t>
            </a:r>
          </a:p>
        </p:txBody>
      </p:sp>
      <p:sp>
        <p:nvSpPr>
          <p:cNvPr id="5" name="Date Placeholder 4"/>
          <p:cNvSpPr>
            <a:spLocks noGrp="1"/>
          </p:cNvSpPr>
          <p:nvPr>
            <p:ph type="dt" sz="half" idx="10"/>
          </p:nvPr>
        </p:nvSpPr>
        <p:spPr/>
        <p:txBody>
          <a:bodyPr/>
          <a:lstStyle/>
          <a:p>
            <a:fld id="{0A1234C9-959C-4CDF-8DFC-D11C50E82AA1}" type="datetimeFigureOut">
              <a:rPr lang="en-US" smtClean="0"/>
              <a:t>7/31/2025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FA0A29-2700-4B0B-B168-DE77581989D9}" type="slidenum">
              <a:rPr lang="en-US" smtClean="0"/>
              <a:t>‹#›</a:t>
            </a:fld>
            <a:endParaRPr lang="en-US"/>
          </a:p>
        </p:txBody>
      </p:sp>
    </p:spTree>
    <p:extLst>
      <p:ext uri="{BB962C8B-B14F-4D97-AF65-F5344CB8AC3E}">
        <p14:creationId xmlns:p14="http://schemas.microsoft.com/office/powerpoint/2010/main" val="1020106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1234C9-959C-4CDF-8DFC-D11C50E82AA1}" type="datetimeFigureOut">
              <a:rPr lang="en-US" smtClean="0"/>
              <a:t>7/31/2025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FA0A29-2700-4B0B-B168-DE77581989D9}" type="slidenum">
              <a:rPr lang="en-US" smtClean="0"/>
              <a:t>‹#›</a:t>
            </a:fld>
            <a:endParaRPr lang="en-US"/>
          </a:p>
        </p:txBody>
      </p:sp>
    </p:spTree>
    <p:extLst>
      <p:ext uri="{BB962C8B-B14F-4D97-AF65-F5344CB8AC3E}">
        <p14:creationId xmlns:p14="http://schemas.microsoft.com/office/powerpoint/2010/main" val="32848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741717" y="584200"/>
            <a:ext cx="4140518" cy="929894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20165" y="584200"/>
            <a:ext cx="12181523" cy="929894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1234C9-959C-4CDF-8DFC-D11C50E82AA1}" type="datetimeFigureOut">
              <a:rPr lang="en-US" smtClean="0"/>
              <a:t>7/31/2025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FA0A29-2700-4B0B-B168-DE77581989D9}" type="slidenum">
              <a:rPr lang="en-US" smtClean="0"/>
              <a:t>‹#›</a:t>
            </a:fld>
            <a:endParaRPr lang="en-US"/>
          </a:p>
        </p:txBody>
      </p:sp>
    </p:spTree>
    <p:extLst>
      <p:ext uri="{BB962C8B-B14F-4D97-AF65-F5344CB8AC3E}">
        <p14:creationId xmlns:p14="http://schemas.microsoft.com/office/powerpoint/2010/main" val="2946445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20165" y="584201"/>
            <a:ext cx="16562070" cy="21209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320165" y="2921000"/>
            <a:ext cx="16562070" cy="696214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20165" y="10170161"/>
            <a:ext cx="4320540" cy="584200"/>
          </a:xfrm>
          <a:prstGeom prst="rect">
            <a:avLst/>
          </a:prstGeom>
        </p:spPr>
        <p:txBody>
          <a:bodyPr vert="horz" lIns="91440" tIns="45720" rIns="91440" bIns="45720" rtlCol="0" anchor="ctr"/>
          <a:lstStyle>
            <a:lvl1pPr algn="l">
              <a:defRPr sz="1890">
                <a:solidFill>
                  <a:schemeClr val="tx1">
                    <a:tint val="75000"/>
                  </a:schemeClr>
                </a:solidFill>
              </a:defRPr>
            </a:lvl1pPr>
          </a:lstStyle>
          <a:p>
            <a:fld id="{0A1234C9-959C-4CDF-8DFC-D11C50E82AA1}" type="datetimeFigureOut">
              <a:rPr lang="en-US" smtClean="0"/>
              <a:t>7/31/2025</a:t>
            </a:fld>
            <a:endParaRPr lang="en-US"/>
          </a:p>
        </p:txBody>
      </p:sp>
      <p:sp>
        <p:nvSpPr>
          <p:cNvPr id="5" name="Footer Placeholder 4"/>
          <p:cNvSpPr>
            <a:spLocks noGrp="1"/>
          </p:cNvSpPr>
          <p:nvPr>
            <p:ph type="ftr" sz="quarter" idx="3"/>
          </p:nvPr>
        </p:nvSpPr>
        <p:spPr>
          <a:xfrm>
            <a:off x="6360795" y="10170161"/>
            <a:ext cx="6480810" cy="584200"/>
          </a:xfrm>
          <a:prstGeom prst="rect">
            <a:avLst/>
          </a:prstGeom>
        </p:spPr>
        <p:txBody>
          <a:bodyPr vert="horz" lIns="91440" tIns="45720" rIns="91440" bIns="45720" rtlCol="0" anchor="ctr"/>
          <a:lstStyle>
            <a:lvl1pPr algn="ctr">
              <a:defRPr sz="189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3561695" y="10170161"/>
            <a:ext cx="4320540" cy="584200"/>
          </a:xfrm>
          <a:prstGeom prst="rect">
            <a:avLst/>
          </a:prstGeom>
        </p:spPr>
        <p:txBody>
          <a:bodyPr vert="horz" lIns="91440" tIns="45720" rIns="91440" bIns="45720" rtlCol="0" anchor="ctr"/>
          <a:lstStyle>
            <a:lvl1pPr algn="r">
              <a:defRPr sz="1890">
                <a:solidFill>
                  <a:schemeClr val="tx1">
                    <a:tint val="75000"/>
                  </a:schemeClr>
                </a:solidFill>
              </a:defRPr>
            </a:lvl1pPr>
          </a:lstStyle>
          <a:p>
            <a:fld id="{DDFA0A29-2700-4B0B-B168-DE77581989D9}" type="slidenum">
              <a:rPr lang="en-US" smtClean="0"/>
              <a:t>‹#›</a:t>
            </a:fld>
            <a:endParaRPr lang="en-US"/>
          </a:p>
        </p:txBody>
      </p:sp>
    </p:spTree>
    <p:extLst>
      <p:ext uri="{BB962C8B-B14F-4D97-AF65-F5344CB8AC3E}">
        <p14:creationId xmlns:p14="http://schemas.microsoft.com/office/powerpoint/2010/main" val="6153414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440180" rtl="0" eaLnBrk="1" latinLnBrk="0" hangingPunct="1">
        <a:lnSpc>
          <a:spcPct val="90000"/>
        </a:lnSpc>
        <a:spcBef>
          <a:spcPct val="0"/>
        </a:spcBef>
        <a:buNone/>
        <a:defRPr sz="6930" kern="1200">
          <a:solidFill>
            <a:schemeClr val="tx1"/>
          </a:solidFill>
          <a:latin typeface="+mj-lt"/>
          <a:ea typeface="+mj-ea"/>
          <a:cs typeface="+mj-cs"/>
        </a:defRPr>
      </a:lvl1pPr>
    </p:titleStyle>
    <p:bodyStyle>
      <a:lvl1pPr marL="360045" indent="-360045" algn="l" defTabSz="1440180" rtl="0" eaLnBrk="1" latinLnBrk="0" hangingPunct="1">
        <a:lnSpc>
          <a:spcPct val="90000"/>
        </a:lnSpc>
        <a:spcBef>
          <a:spcPts val="1575"/>
        </a:spcBef>
        <a:buFont typeface="Arial" panose="020B0604020202020204" pitchFamily="34" charset="0"/>
        <a:buChar char="•"/>
        <a:defRPr sz="4410" kern="1200">
          <a:solidFill>
            <a:schemeClr val="tx1"/>
          </a:solidFill>
          <a:latin typeface="+mn-lt"/>
          <a:ea typeface="+mn-ea"/>
          <a:cs typeface="+mn-cs"/>
        </a:defRPr>
      </a:lvl1pPr>
      <a:lvl2pPr marL="1080135" indent="-360045" algn="l" defTabSz="1440180" rtl="0" eaLnBrk="1" latinLnBrk="0" hangingPunct="1">
        <a:lnSpc>
          <a:spcPct val="90000"/>
        </a:lnSpc>
        <a:spcBef>
          <a:spcPts val="788"/>
        </a:spcBef>
        <a:buFont typeface="Arial" panose="020B0604020202020204" pitchFamily="34" charset="0"/>
        <a:buChar char="•"/>
        <a:defRPr sz="3780" kern="1200">
          <a:solidFill>
            <a:schemeClr val="tx1"/>
          </a:solidFill>
          <a:latin typeface="+mn-lt"/>
          <a:ea typeface="+mn-ea"/>
          <a:cs typeface="+mn-cs"/>
        </a:defRPr>
      </a:lvl2pPr>
      <a:lvl3pPr marL="1800225" indent="-360045" algn="l" defTabSz="1440180" rtl="0" eaLnBrk="1" latinLnBrk="0" hangingPunct="1">
        <a:lnSpc>
          <a:spcPct val="90000"/>
        </a:lnSpc>
        <a:spcBef>
          <a:spcPts val="788"/>
        </a:spcBef>
        <a:buFont typeface="Arial" panose="020B0604020202020204" pitchFamily="34" charset="0"/>
        <a:buChar char="•"/>
        <a:defRPr sz="3150" kern="1200">
          <a:solidFill>
            <a:schemeClr val="tx1"/>
          </a:solidFill>
          <a:latin typeface="+mn-lt"/>
          <a:ea typeface="+mn-ea"/>
          <a:cs typeface="+mn-cs"/>
        </a:defRPr>
      </a:lvl3pPr>
      <a:lvl4pPr marL="2520315" indent="-360045" algn="l" defTabSz="1440180" rtl="0" eaLnBrk="1" latinLnBrk="0" hangingPunct="1">
        <a:lnSpc>
          <a:spcPct val="90000"/>
        </a:lnSpc>
        <a:spcBef>
          <a:spcPts val="788"/>
        </a:spcBef>
        <a:buFont typeface="Arial" panose="020B0604020202020204" pitchFamily="34" charset="0"/>
        <a:buChar char="•"/>
        <a:defRPr sz="2835" kern="1200">
          <a:solidFill>
            <a:schemeClr val="tx1"/>
          </a:solidFill>
          <a:latin typeface="+mn-lt"/>
          <a:ea typeface="+mn-ea"/>
          <a:cs typeface="+mn-cs"/>
        </a:defRPr>
      </a:lvl4pPr>
      <a:lvl5pPr marL="3240405" indent="-360045" algn="l" defTabSz="1440180" rtl="0" eaLnBrk="1" latinLnBrk="0" hangingPunct="1">
        <a:lnSpc>
          <a:spcPct val="90000"/>
        </a:lnSpc>
        <a:spcBef>
          <a:spcPts val="788"/>
        </a:spcBef>
        <a:buFont typeface="Arial" panose="020B0604020202020204" pitchFamily="34" charset="0"/>
        <a:buChar char="•"/>
        <a:defRPr sz="2835" kern="1200">
          <a:solidFill>
            <a:schemeClr val="tx1"/>
          </a:solidFill>
          <a:latin typeface="+mn-lt"/>
          <a:ea typeface="+mn-ea"/>
          <a:cs typeface="+mn-cs"/>
        </a:defRPr>
      </a:lvl5pPr>
      <a:lvl6pPr marL="3960495" indent="-360045" algn="l" defTabSz="1440180" rtl="0" eaLnBrk="1" latinLnBrk="0" hangingPunct="1">
        <a:lnSpc>
          <a:spcPct val="90000"/>
        </a:lnSpc>
        <a:spcBef>
          <a:spcPts val="788"/>
        </a:spcBef>
        <a:buFont typeface="Arial" panose="020B0604020202020204" pitchFamily="34" charset="0"/>
        <a:buChar char="•"/>
        <a:defRPr sz="2835" kern="1200">
          <a:solidFill>
            <a:schemeClr val="tx1"/>
          </a:solidFill>
          <a:latin typeface="+mn-lt"/>
          <a:ea typeface="+mn-ea"/>
          <a:cs typeface="+mn-cs"/>
        </a:defRPr>
      </a:lvl6pPr>
      <a:lvl7pPr marL="4680585" indent="-360045" algn="l" defTabSz="1440180" rtl="0" eaLnBrk="1" latinLnBrk="0" hangingPunct="1">
        <a:lnSpc>
          <a:spcPct val="90000"/>
        </a:lnSpc>
        <a:spcBef>
          <a:spcPts val="788"/>
        </a:spcBef>
        <a:buFont typeface="Arial" panose="020B0604020202020204" pitchFamily="34" charset="0"/>
        <a:buChar char="•"/>
        <a:defRPr sz="2835" kern="1200">
          <a:solidFill>
            <a:schemeClr val="tx1"/>
          </a:solidFill>
          <a:latin typeface="+mn-lt"/>
          <a:ea typeface="+mn-ea"/>
          <a:cs typeface="+mn-cs"/>
        </a:defRPr>
      </a:lvl7pPr>
      <a:lvl8pPr marL="5400675" indent="-360045" algn="l" defTabSz="1440180" rtl="0" eaLnBrk="1" latinLnBrk="0" hangingPunct="1">
        <a:lnSpc>
          <a:spcPct val="90000"/>
        </a:lnSpc>
        <a:spcBef>
          <a:spcPts val="788"/>
        </a:spcBef>
        <a:buFont typeface="Arial" panose="020B0604020202020204" pitchFamily="34" charset="0"/>
        <a:buChar char="•"/>
        <a:defRPr sz="2835" kern="1200">
          <a:solidFill>
            <a:schemeClr val="tx1"/>
          </a:solidFill>
          <a:latin typeface="+mn-lt"/>
          <a:ea typeface="+mn-ea"/>
          <a:cs typeface="+mn-cs"/>
        </a:defRPr>
      </a:lvl8pPr>
      <a:lvl9pPr marL="6120765" indent="-360045" algn="l" defTabSz="1440180" rtl="0" eaLnBrk="1" latinLnBrk="0" hangingPunct="1">
        <a:lnSpc>
          <a:spcPct val="90000"/>
        </a:lnSpc>
        <a:spcBef>
          <a:spcPts val="788"/>
        </a:spcBef>
        <a:buFont typeface="Arial" panose="020B0604020202020204" pitchFamily="34" charset="0"/>
        <a:buChar char="•"/>
        <a:defRPr sz="2835" kern="1200">
          <a:solidFill>
            <a:schemeClr val="tx1"/>
          </a:solidFill>
          <a:latin typeface="+mn-lt"/>
          <a:ea typeface="+mn-ea"/>
          <a:cs typeface="+mn-cs"/>
        </a:defRPr>
      </a:lvl9pPr>
    </p:bodyStyle>
    <p:otherStyle>
      <a:defPPr>
        <a:defRPr lang="en-US"/>
      </a:defPPr>
      <a:lvl1pPr marL="0" algn="l" defTabSz="1440180" rtl="0" eaLnBrk="1" latinLnBrk="0" hangingPunct="1">
        <a:defRPr sz="2835" kern="1200">
          <a:solidFill>
            <a:schemeClr val="tx1"/>
          </a:solidFill>
          <a:latin typeface="+mn-lt"/>
          <a:ea typeface="+mn-ea"/>
          <a:cs typeface="+mn-cs"/>
        </a:defRPr>
      </a:lvl1pPr>
      <a:lvl2pPr marL="720090" algn="l" defTabSz="1440180" rtl="0" eaLnBrk="1" latinLnBrk="0" hangingPunct="1">
        <a:defRPr sz="2835" kern="1200">
          <a:solidFill>
            <a:schemeClr val="tx1"/>
          </a:solidFill>
          <a:latin typeface="+mn-lt"/>
          <a:ea typeface="+mn-ea"/>
          <a:cs typeface="+mn-cs"/>
        </a:defRPr>
      </a:lvl2pPr>
      <a:lvl3pPr marL="1440180" algn="l" defTabSz="1440180" rtl="0" eaLnBrk="1" latinLnBrk="0" hangingPunct="1">
        <a:defRPr sz="2835" kern="1200">
          <a:solidFill>
            <a:schemeClr val="tx1"/>
          </a:solidFill>
          <a:latin typeface="+mn-lt"/>
          <a:ea typeface="+mn-ea"/>
          <a:cs typeface="+mn-cs"/>
        </a:defRPr>
      </a:lvl3pPr>
      <a:lvl4pPr marL="2160270" algn="l" defTabSz="1440180" rtl="0" eaLnBrk="1" latinLnBrk="0" hangingPunct="1">
        <a:defRPr sz="2835" kern="1200">
          <a:solidFill>
            <a:schemeClr val="tx1"/>
          </a:solidFill>
          <a:latin typeface="+mn-lt"/>
          <a:ea typeface="+mn-ea"/>
          <a:cs typeface="+mn-cs"/>
        </a:defRPr>
      </a:lvl4pPr>
      <a:lvl5pPr marL="2880360" algn="l" defTabSz="1440180" rtl="0" eaLnBrk="1" latinLnBrk="0" hangingPunct="1">
        <a:defRPr sz="2835" kern="1200">
          <a:solidFill>
            <a:schemeClr val="tx1"/>
          </a:solidFill>
          <a:latin typeface="+mn-lt"/>
          <a:ea typeface="+mn-ea"/>
          <a:cs typeface="+mn-cs"/>
        </a:defRPr>
      </a:lvl5pPr>
      <a:lvl6pPr marL="3600450" algn="l" defTabSz="1440180" rtl="0" eaLnBrk="1" latinLnBrk="0" hangingPunct="1">
        <a:defRPr sz="2835" kern="1200">
          <a:solidFill>
            <a:schemeClr val="tx1"/>
          </a:solidFill>
          <a:latin typeface="+mn-lt"/>
          <a:ea typeface="+mn-ea"/>
          <a:cs typeface="+mn-cs"/>
        </a:defRPr>
      </a:lvl6pPr>
      <a:lvl7pPr marL="4320540" algn="l" defTabSz="1440180" rtl="0" eaLnBrk="1" latinLnBrk="0" hangingPunct="1">
        <a:defRPr sz="2835" kern="1200">
          <a:solidFill>
            <a:schemeClr val="tx1"/>
          </a:solidFill>
          <a:latin typeface="+mn-lt"/>
          <a:ea typeface="+mn-ea"/>
          <a:cs typeface="+mn-cs"/>
        </a:defRPr>
      </a:lvl7pPr>
      <a:lvl8pPr marL="5040630" algn="l" defTabSz="1440180" rtl="0" eaLnBrk="1" latinLnBrk="0" hangingPunct="1">
        <a:defRPr sz="2835" kern="1200">
          <a:solidFill>
            <a:schemeClr val="tx1"/>
          </a:solidFill>
          <a:latin typeface="+mn-lt"/>
          <a:ea typeface="+mn-ea"/>
          <a:cs typeface="+mn-cs"/>
        </a:defRPr>
      </a:lvl8pPr>
      <a:lvl9pPr marL="5760720" algn="l" defTabSz="1440180" rtl="0" eaLnBrk="1" latinLnBrk="0" hangingPunct="1">
        <a:defRPr sz="283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jpe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tiff"/><Relationship Id="rId1" Type="http://schemas.openxmlformats.org/officeDocument/2006/relationships/slideLayout" Target="../slideLayouts/slideLayout7.xml"/><Relationship Id="rId6" Type="http://schemas.openxmlformats.org/officeDocument/2006/relationships/image" Target="../media/image6.jpg"/><Relationship Id="rId11" Type="http://schemas.openxmlformats.org/officeDocument/2006/relationships/image" Target="../media/image11.png"/><Relationship Id="rId5" Type="http://schemas.openxmlformats.org/officeDocument/2006/relationships/image" Target="../media/image5.jpeg"/><Relationship Id="rId10" Type="http://schemas.openxmlformats.org/officeDocument/2006/relationships/image" Target="../media/image10.png"/><Relationship Id="rId4" Type="http://schemas.openxmlformats.org/officeDocument/2006/relationships/image" Target="../media/image4.jpeg"/><Relationship Id="rId9" Type="http://schemas.openxmlformats.org/officeDocument/2006/relationships/image" Target="../media/image9.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2.tiff"/><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tiff"/><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tiff"/><Relationship Id="rId1" Type="http://schemas.openxmlformats.org/officeDocument/2006/relationships/slideLayout" Target="../slideLayouts/slideLayout7.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drawing, table&#10;&#10;Description automatically generated">
            <a:extLst>
              <a:ext uri="{FF2B5EF4-FFF2-40B4-BE49-F238E27FC236}">
                <a16:creationId xmlns:a16="http://schemas.microsoft.com/office/drawing/2014/main" id="{51E7C32A-D62C-4DE9-9689-DE97605E81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0949" y="987513"/>
            <a:ext cx="11653233" cy="5004529"/>
          </a:xfrm>
          <a:prstGeom prst="rect">
            <a:avLst/>
          </a:prstGeom>
        </p:spPr>
      </p:pic>
      <p:sp>
        <p:nvSpPr>
          <p:cNvPr id="7" name="TextBox 6">
            <a:extLst>
              <a:ext uri="{FF2B5EF4-FFF2-40B4-BE49-F238E27FC236}">
                <a16:creationId xmlns:a16="http://schemas.microsoft.com/office/drawing/2014/main" id="{60880CCC-6423-4FB0-B825-950225896ED4}"/>
              </a:ext>
            </a:extLst>
          </p:cNvPr>
          <p:cNvSpPr txBox="1"/>
          <p:nvPr/>
        </p:nvSpPr>
        <p:spPr>
          <a:xfrm>
            <a:off x="1337895" y="6942945"/>
            <a:ext cx="16526610" cy="2940805"/>
          </a:xfrm>
          <a:prstGeom prst="rect">
            <a:avLst/>
          </a:prstGeom>
          <a:noFill/>
        </p:spPr>
        <p:txBody>
          <a:bodyPr wrap="square">
            <a:spAutoFit/>
          </a:bodyPr>
          <a:lstStyle/>
          <a:p>
            <a:pPr marL="450056" indent="-450056" algn="just">
              <a:spcAft>
                <a:spcPts val="945"/>
              </a:spcAft>
              <a:buClr>
                <a:srgbClr val="1A567B"/>
              </a:buClr>
              <a:buSzPct val="60000"/>
              <a:buFont typeface="Wingdings" panose="05000000000000000000" pitchFamily="2" charset="2"/>
              <a:buChar char="q"/>
            </a:pPr>
            <a:r>
              <a:rPr lang="en-US" sz="2835" dirty="0"/>
              <a:t>We are a highly skilled consortium of geologists, geophysicists, engineers, geographers, and IT gurus, who have deep experience and demonstrable accomplishment in their respective disciplines.</a:t>
            </a:r>
          </a:p>
          <a:p>
            <a:pPr marL="450056" indent="-450056" algn="just">
              <a:spcAft>
                <a:spcPts val="945"/>
              </a:spcAft>
              <a:buClr>
                <a:srgbClr val="1A567B"/>
              </a:buClr>
              <a:buSzPct val="60000"/>
              <a:buFont typeface="Wingdings" panose="05000000000000000000" pitchFamily="2" charset="2"/>
              <a:buChar char="q"/>
            </a:pPr>
            <a:r>
              <a:rPr lang="en-US" sz="2835" dirty="0"/>
              <a:t>Working individually or deployed in teams, our associates and affiliate partners bring an innovative mindset, critical problem-solving skills, and an arsenal of best practices developed over their successful careers.</a:t>
            </a:r>
          </a:p>
          <a:p>
            <a:pPr marL="450056" indent="-450056" algn="just">
              <a:spcAft>
                <a:spcPts val="945"/>
              </a:spcAft>
              <a:buClr>
                <a:srgbClr val="1A567B"/>
              </a:buClr>
              <a:buSzPct val="60000"/>
              <a:buFont typeface="Wingdings" panose="05000000000000000000" pitchFamily="2" charset="2"/>
              <a:buChar char="q"/>
            </a:pPr>
            <a:r>
              <a:rPr lang="en-US" sz="2835" dirty="0"/>
              <a:t>We work projects in the energy upstream and midstream space, as well as provide services and consulting to the environmental, construction, real estate, utilities, renewables, and banking sectors.</a:t>
            </a:r>
          </a:p>
        </p:txBody>
      </p:sp>
      <p:sp>
        <p:nvSpPr>
          <p:cNvPr id="6" name="TextBox 5">
            <a:extLst>
              <a:ext uri="{FF2B5EF4-FFF2-40B4-BE49-F238E27FC236}">
                <a16:creationId xmlns:a16="http://schemas.microsoft.com/office/drawing/2014/main" id="{948AA3D5-D70B-4789-A369-6B02E973C46E}"/>
              </a:ext>
            </a:extLst>
          </p:cNvPr>
          <p:cNvSpPr txBox="1"/>
          <p:nvPr/>
        </p:nvSpPr>
        <p:spPr>
          <a:xfrm>
            <a:off x="13289534" y="4286714"/>
            <a:ext cx="2055499" cy="759375"/>
          </a:xfrm>
          <a:prstGeom prst="rect">
            <a:avLst/>
          </a:prstGeom>
          <a:noFill/>
        </p:spPr>
        <p:txBody>
          <a:bodyPr wrap="none" rtlCol="0">
            <a:spAutoFit/>
          </a:bodyPr>
          <a:lstStyle/>
          <a:p>
            <a:pPr algn="ctr">
              <a:lnSpc>
                <a:spcPct val="200000"/>
              </a:lnSpc>
            </a:pPr>
            <a:r>
              <a:rPr lang="en-US" sz="2520" b="1" dirty="0">
                <a:solidFill>
                  <a:srgbClr val="FE6230"/>
                </a:solidFill>
              </a:rPr>
              <a:t>Est. May 2020</a:t>
            </a:r>
            <a:endParaRPr lang="en-US" sz="1890" dirty="0">
              <a:solidFill>
                <a:srgbClr val="1A567B"/>
              </a:solidFill>
            </a:endParaRPr>
          </a:p>
        </p:txBody>
      </p:sp>
    </p:spTree>
    <p:extLst>
      <p:ext uri="{BB962C8B-B14F-4D97-AF65-F5344CB8AC3E}">
        <p14:creationId xmlns:p14="http://schemas.microsoft.com/office/powerpoint/2010/main" val="2425076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1FD6E-AEBD-A32D-BFDD-1B6E7ABA1D3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E067A3A-12EE-8F70-2C67-01E42C09B920}"/>
              </a:ext>
            </a:extLst>
          </p:cNvPr>
          <p:cNvSpPr/>
          <p:nvPr/>
        </p:nvSpPr>
        <p:spPr>
          <a:xfrm>
            <a:off x="0" y="0"/>
            <a:ext cx="19202400" cy="589120"/>
          </a:xfrm>
          <a:prstGeom prst="rect">
            <a:avLst/>
          </a:prstGeom>
          <a:solidFill>
            <a:srgbClr val="1A56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p>
        </p:txBody>
      </p:sp>
      <p:pic>
        <p:nvPicPr>
          <p:cNvPr id="5" name="Picture 4" descr="A blue and black globe with a white background&#10;&#10;AI-generated content may be incorrect.">
            <a:extLst>
              <a:ext uri="{FF2B5EF4-FFF2-40B4-BE49-F238E27FC236}">
                <a16:creationId xmlns:a16="http://schemas.microsoft.com/office/drawing/2014/main" id="{18D754A7-E9E0-45C4-CAB0-A59EC8107B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219" y="10208256"/>
            <a:ext cx="566113" cy="685233"/>
          </a:xfrm>
          <a:prstGeom prst="rect">
            <a:avLst/>
          </a:prstGeom>
        </p:spPr>
      </p:pic>
      <p:grpSp>
        <p:nvGrpSpPr>
          <p:cNvPr id="14" name="Group 13">
            <a:extLst>
              <a:ext uri="{FF2B5EF4-FFF2-40B4-BE49-F238E27FC236}">
                <a16:creationId xmlns:a16="http://schemas.microsoft.com/office/drawing/2014/main" id="{6215CA77-62D6-1FCD-D7A1-09AE499C9C53}"/>
              </a:ext>
            </a:extLst>
          </p:cNvPr>
          <p:cNvGrpSpPr/>
          <p:nvPr/>
        </p:nvGrpSpPr>
        <p:grpSpPr>
          <a:xfrm>
            <a:off x="11515496" y="5862321"/>
            <a:ext cx="7498154" cy="1600438"/>
            <a:chOff x="11501961" y="5222715"/>
            <a:chExt cx="7498154" cy="1600438"/>
          </a:xfrm>
        </p:grpSpPr>
        <p:sp>
          <p:nvSpPr>
            <p:cNvPr id="8" name="TextBox 7">
              <a:extLst>
                <a:ext uri="{FF2B5EF4-FFF2-40B4-BE49-F238E27FC236}">
                  <a16:creationId xmlns:a16="http://schemas.microsoft.com/office/drawing/2014/main" id="{872F55ED-7C0F-C0BE-A7EE-A8EBC35836FB}"/>
                </a:ext>
              </a:extLst>
            </p:cNvPr>
            <p:cNvSpPr txBox="1"/>
            <p:nvPr/>
          </p:nvSpPr>
          <p:spPr>
            <a:xfrm>
              <a:off x="12904561" y="5222715"/>
              <a:ext cx="6095554" cy="1600438"/>
            </a:xfrm>
            <a:prstGeom prst="rect">
              <a:avLst/>
            </a:prstGeom>
            <a:noFill/>
          </p:spPr>
          <p:txBody>
            <a:bodyPr wrap="square" rtlCol="0">
              <a:spAutoFit/>
            </a:bodyPr>
            <a:lstStyle/>
            <a:p>
              <a:r>
                <a:rPr lang="en-US" sz="1400" dirty="0"/>
                <a:t>“Yates Industries has been working with David and his Wheelhouse team for about five years now. They have helped us with everything from reservoir characterization to operational planning to business development. That collaboration has had a positive, tangible impact on our organization. I wholeheartedly recommend Wheelhouse Geoscience to anyone who needs to leverage talent and experience to further their project’s success.”</a:t>
              </a:r>
            </a:p>
            <a:p>
              <a:r>
                <a:rPr lang="en-US" sz="1400" dirty="0"/>
                <a:t>	– Darrick Stallings, President Oil &amp; Gas, Yates Industries, LLC</a:t>
              </a:r>
            </a:p>
          </p:txBody>
        </p:sp>
        <p:pic>
          <p:nvPicPr>
            <p:cNvPr id="9" name="Picture 2" descr="Profile photo of Darrick Stallings">
              <a:extLst>
                <a:ext uri="{FF2B5EF4-FFF2-40B4-BE49-F238E27FC236}">
                  <a16:creationId xmlns:a16="http://schemas.microsoft.com/office/drawing/2014/main" id="{8BC37DC9-76FA-047B-D102-152AEE07C1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515" t="3810" r="16174" b="18877"/>
            <a:stretch/>
          </p:blipFill>
          <p:spPr bwMode="auto">
            <a:xfrm>
              <a:off x="11501961" y="5364566"/>
              <a:ext cx="1316736" cy="1316736"/>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grpSp>
      <p:grpSp>
        <p:nvGrpSpPr>
          <p:cNvPr id="15" name="Group 14">
            <a:extLst>
              <a:ext uri="{FF2B5EF4-FFF2-40B4-BE49-F238E27FC236}">
                <a16:creationId xmlns:a16="http://schemas.microsoft.com/office/drawing/2014/main" id="{5E2D6093-3FAA-B771-24D4-906E23427E5D}"/>
              </a:ext>
            </a:extLst>
          </p:cNvPr>
          <p:cNvGrpSpPr/>
          <p:nvPr/>
        </p:nvGrpSpPr>
        <p:grpSpPr>
          <a:xfrm>
            <a:off x="11516808" y="7770948"/>
            <a:ext cx="7495531" cy="1371600"/>
            <a:chOff x="11531655" y="7336725"/>
            <a:chExt cx="7495531" cy="1371600"/>
          </a:xfrm>
        </p:grpSpPr>
        <p:sp>
          <p:nvSpPr>
            <p:cNvPr id="10" name="TextBox 9">
              <a:extLst>
                <a:ext uri="{FF2B5EF4-FFF2-40B4-BE49-F238E27FC236}">
                  <a16:creationId xmlns:a16="http://schemas.microsoft.com/office/drawing/2014/main" id="{FE42592D-9077-929F-B6EB-12D8EA6FC7B5}"/>
                </a:ext>
              </a:extLst>
            </p:cNvPr>
            <p:cNvSpPr txBox="1"/>
            <p:nvPr/>
          </p:nvSpPr>
          <p:spPr>
            <a:xfrm>
              <a:off x="11531655" y="7336725"/>
              <a:ext cx="6099048" cy="1371600"/>
            </a:xfrm>
            <a:prstGeom prst="rect">
              <a:avLst/>
            </a:prstGeom>
            <a:noFill/>
          </p:spPr>
          <p:txBody>
            <a:bodyPr wrap="square" rtlCol="0">
              <a:spAutoFit/>
            </a:bodyPr>
            <a:lstStyle/>
            <a:p>
              <a:r>
                <a:rPr lang="en-US" sz="1400" dirty="0"/>
                <a:t>“Wheelhouse Geoscience has done a variety of different projects for TenOaks. This includes well level work all the way to basin-wide field studies. Their attention to detail and the ability to meet tight deadlines has allowed TenOaks to maintain the high quality of standards that we have come to expect. They also have the ability to draw upon a deep bench of technical and geological knowledge that allows us to trust them with any of our geologic needs.”</a:t>
              </a:r>
            </a:p>
            <a:p>
              <a:r>
                <a:rPr lang="en-US" sz="1400" dirty="0"/>
                <a:t>	– Jeevak Mattamana, Partner – Engineering, TenOaks Energy Advisors, LLC</a:t>
              </a:r>
            </a:p>
          </p:txBody>
        </p:sp>
        <p:pic>
          <p:nvPicPr>
            <p:cNvPr id="11" name="Picture 4">
              <a:extLst>
                <a:ext uri="{FF2B5EF4-FFF2-40B4-BE49-F238E27FC236}">
                  <a16:creationId xmlns:a16="http://schemas.microsoft.com/office/drawing/2014/main" id="{84AA9018-EA53-FB6E-04FA-00657BF8480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1333"/>
            <a:stretch/>
          </p:blipFill>
          <p:spPr bwMode="auto">
            <a:xfrm>
              <a:off x="17710450" y="7364157"/>
              <a:ext cx="1316736" cy="1316736"/>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grpSp>
      <p:grpSp>
        <p:nvGrpSpPr>
          <p:cNvPr id="16" name="Group 15">
            <a:extLst>
              <a:ext uri="{FF2B5EF4-FFF2-40B4-BE49-F238E27FC236}">
                <a16:creationId xmlns:a16="http://schemas.microsoft.com/office/drawing/2014/main" id="{13B63E58-65DE-B15A-E389-FEBD0D1698B6}"/>
              </a:ext>
            </a:extLst>
          </p:cNvPr>
          <p:cNvGrpSpPr/>
          <p:nvPr/>
        </p:nvGrpSpPr>
        <p:grpSpPr>
          <a:xfrm>
            <a:off x="11517183" y="9450736"/>
            <a:ext cx="7494781" cy="1316736"/>
            <a:chOff x="11505334" y="9450736"/>
            <a:chExt cx="7494781" cy="1316736"/>
          </a:xfrm>
        </p:grpSpPr>
        <p:sp>
          <p:nvSpPr>
            <p:cNvPr id="12" name="TextBox 11">
              <a:extLst>
                <a:ext uri="{FF2B5EF4-FFF2-40B4-BE49-F238E27FC236}">
                  <a16:creationId xmlns:a16="http://schemas.microsoft.com/office/drawing/2014/main" id="{B866E887-D9CF-DA7D-24BA-763D0C271761}"/>
                </a:ext>
              </a:extLst>
            </p:cNvPr>
            <p:cNvSpPr txBox="1"/>
            <p:nvPr/>
          </p:nvSpPr>
          <p:spPr>
            <a:xfrm>
              <a:off x="12904561" y="9632051"/>
              <a:ext cx="6095554" cy="954107"/>
            </a:xfrm>
            <a:prstGeom prst="rect">
              <a:avLst/>
            </a:prstGeom>
            <a:noFill/>
          </p:spPr>
          <p:txBody>
            <a:bodyPr wrap="square" rtlCol="0">
              <a:spAutoFit/>
            </a:bodyPr>
            <a:lstStyle/>
            <a:p>
              <a:r>
                <a:rPr lang="en-US" sz="1400" dirty="0"/>
                <a:t>“I highly recommend Wheelhouse Geoscience. I recently worked on a project with them, and they were able to make geological information very simple and concise, so the average person could understand.”</a:t>
              </a:r>
            </a:p>
            <a:p>
              <a:r>
                <a:rPr lang="en-US" sz="1400" dirty="0"/>
                <a:t>	– Wesley Adams, Vice President, Energy Advisors Group, Inc.</a:t>
              </a:r>
            </a:p>
          </p:txBody>
        </p:sp>
        <p:pic>
          <p:nvPicPr>
            <p:cNvPr id="13" name="Picture 2" descr="Profile photo of Wesley Adams">
              <a:extLst>
                <a:ext uri="{FF2B5EF4-FFF2-40B4-BE49-F238E27FC236}">
                  <a16:creationId xmlns:a16="http://schemas.microsoft.com/office/drawing/2014/main" id="{C61DB755-3DD3-3CF3-8105-C9DB3634A2E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05334" y="9450736"/>
              <a:ext cx="1316736" cy="1316736"/>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grpSp>
      <p:pic>
        <p:nvPicPr>
          <p:cNvPr id="26" name="Picture 25" descr="A person in a blue shirt&#10;&#10;AI-generated content may be incorrect.">
            <a:extLst>
              <a:ext uri="{FF2B5EF4-FFF2-40B4-BE49-F238E27FC236}">
                <a16:creationId xmlns:a16="http://schemas.microsoft.com/office/drawing/2014/main" id="{EAA71607-F0AD-4F8B-F205-94479DECBB6F}"/>
              </a:ext>
            </a:extLst>
          </p:cNvPr>
          <p:cNvPicPr>
            <a:picLocks noChangeAspect="1"/>
          </p:cNvPicPr>
          <p:nvPr/>
        </p:nvPicPr>
        <p:blipFill>
          <a:blip r:embed="rId6">
            <a:extLst>
              <a:ext uri="{28A0092B-C50C-407E-A947-70E740481C1C}">
                <a14:useLocalDpi xmlns:a14="http://schemas.microsoft.com/office/drawing/2010/main" val="0"/>
              </a:ext>
            </a:extLst>
          </a:blip>
          <a:srcRect b="15188"/>
          <a:stretch>
            <a:fillRect/>
          </a:stretch>
        </p:blipFill>
        <p:spPr>
          <a:xfrm>
            <a:off x="1751698" y="1233125"/>
            <a:ext cx="1998628" cy="2558672"/>
          </a:xfrm>
          <a:prstGeom prst="ellipse">
            <a:avLst/>
          </a:prstGeom>
          <a:ln>
            <a:noFill/>
          </a:ln>
          <a:effectLst>
            <a:softEdge rad="112500"/>
          </a:effectLst>
        </p:spPr>
      </p:pic>
      <p:pic>
        <p:nvPicPr>
          <p:cNvPr id="4102" name="Picture 6" descr="Opificio Font Generator Preview">
            <a:extLst>
              <a:ext uri="{FF2B5EF4-FFF2-40B4-BE49-F238E27FC236}">
                <a16:creationId xmlns:a16="http://schemas.microsoft.com/office/drawing/2014/main" id="{02B76C6C-2501-C539-63D3-45E41DBF21E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225304" y="5254094"/>
            <a:ext cx="2119313" cy="300038"/>
          </a:xfrm>
          <a:prstGeom prst="rect">
            <a:avLst/>
          </a:prstGeom>
          <a:noFill/>
          <a:extLst>
            <a:ext uri="{909E8E84-426E-40DD-AFC4-6F175D3DCCD1}">
              <a14:hiddenFill xmlns:a14="http://schemas.microsoft.com/office/drawing/2010/main">
                <a:solidFill>
                  <a:srgbClr val="FFFFFF"/>
                </a:solidFill>
              </a14:hiddenFill>
            </a:ext>
          </a:extLst>
        </p:spPr>
      </p:pic>
      <p:cxnSp>
        <p:nvCxnSpPr>
          <p:cNvPr id="29" name="Straight Connector 28">
            <a:extLst>
              <a:ext uri="{FF2B5EF4-FFF2-40B4-BE49-F238E27FC236}">
                <a16:creationId xmlns:a16="http://schemas.microsoft.com/office/drawing/2014/main" id="{C1EE0ED2-769D-C1AB-4D76-00BD30C3194F}"/>
              </a:ext>
            </a:extLst>
          </p:cNvPr>
          <p:cNvCxnSpPr>
            <a:cxnSpLocks/>
          </p:cNvCxnSpPr>
          <p:nvPr/>
        </p:nvCxnSpPr>
        <p:spPr>
          <a:xfrm>
            <a:off x="99850" y="5020284"/>
            <a:ext cx="11155680" cy="0"/>
          </a:xfrm>
          <a:prstGeom prst="line">
            <a:avLst/>
          </a:prstGeom>
          <a:ln>
            <a:solidFill>
              <a:srgbClr val="1A567B"/>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C5DBBB9-078F-5BA6-C2E7-2D5B803E718F}"/>
              </a:ext>
            </a:extLst>
          </p:cNvPr>
          <p:cNvCxnSpPr>
            <a:cxnSpLocks/>
          </p:cNvCxnSpPr>
          <p:nvPr/>
        </p:nvCxnSpPr>
        <p:spPr>
          <a:xfrm flipV="1">
            <a:off x="11371428" y="5020284"/>
            <a:ext cx="2875" cy="5852160"/>
          </a:xfrm>
          <a:prstGeom prst="line">
            <a:avLst/>
          </a:prstGeom>
          <a:ln>
            <a:solidFill>
              <a:srgbClr val="1A567B"/>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38185154-16FC-BB65-E44C-2CE665A6B94D}"/>
              </a:ext>
            </a:extLst>
          </p:cNvPr>
          <p:cNvSpPr txBox="1"/>
          <p:nvPr/>
        </p:nvSpPr>
        <p:spPr>
          <a:xfrm>
            <a:off x="4641197" y="5927794"/>
            <a:ext cx="2103120" cy="3139321"/>
          </a:xfrm>
          <a:prstGeom prst="rect">
            <a:avLst/>
          </a:prstGeom>
          <a:noFill/>
        </p:spPr>
        <p:txBody>
          <a:bodyPr wrap="square">
            <a:spAutoFit/>
          </a:bodyPr>
          <a:lstStyle>
            <a:defPPr>
              <a:defRPr lang="en-US"/>
            </a:defPPr>
            <a:lvl1pPr marL="109728" indent="-109728">
              <a:buFont typeface="Arial" panose="020B0604020202020204" pitchFamily="34" charset="0"/>
              <a:buChar char="•"/>
            </a:lvl1pPr>
          </a:lstStyle>
          <a:p>
            <a:r>
              <a:rPr lang="en-US" dirty="0"/>
              <a:t>Bill Bahlburg</a:t>
            </a:r>
          </a:p>
          <a:p>
            <a:r>
              <a:rPr lang="en-US" dirty="0"/>
              <a:t>Brandon Greiss</a:t>
            </a:r>
          </a:p>
          <a:p>
            <a:r>
              <a:rPr lang="en-US" dirty="0"/>
              <a:t>Clay Snyder</a:t>
            </a:r>
          </a:p>
          <a:p>
            <a:r>
              <a:rPr lang="en-US" dirty="0"/>
              <a:t>Darrell Narron</a:t>
            </a:r>
          </a:p>
          <a:p>
            <a:r>
              <a:rPr lang="en-US" dirty="0"/>
              <a:t>Darrick Stallings</a:t>
            </a:r>
          </a:p>
          <a:p>
            <a:r>
              <a:rPr lang="en-US" dirty="0"/>
              <a:t>David Mitchell</a:t>
            </a:r>
          </a:p>
          <a:p>
            <a:r>
              <a:rPr lang="en-US" dirty="0"/>
              <a:t>Frank Yates</a:t>
            </a:r>
          </a:p>
          <a:p>
            <a:r>
              <a:rPr lang="en-US" dirty="0"/>
              <a:t>Gordon Jenner</a:t>
            </a:r>
          </a:p>
          <a:p>
            <a:r>
              <a:rPr lang="en-US" dirty="0"/>
              <a:t>Jason Maloy</a:t>
            </a:r>
          </a:p>
          <a:p>
            <a:r>
              <a:rPr lang="en-US" dirty="0"/>
              <a:t>Jeevak Mattamana</a:t>
            </a:r>
          </a:p>
          <a:p>
            <a:r>
              <a:rPr lang="en-US" dirty="0"/>
              <a:t>Jordan Noret</a:t>
            </a:r>
          </a:p>
        </p:txBody>
      </p:sp>
      <p:sp>
        <p:nvSpPr>
          <p:cNvPr id="45" name="TextBox 44">
            <a:extLst>
              <a:ext uri="{FF2B5EF4-FFF2-40B4-BE49-F238E27FC236}">
                <a16:creationId xmlns:a16="http://schemas.microsoft.com/office/drawing/2014/main" id="{CC6FDBF8-8A51-5FB1-5BC1-E48F902E2CEA}"/>
              </a:ext>
            </a:extLst>
          </p:cNvPr>
          <p:cNvSpPr txBox="1"/>
          <p:nvPr/>
        </p:nvSpPr>
        <p:spPr>
          <a:xfrm>
            <a:off x="9085496" y="5927794"/>
            <a:ext cx="2194560" cy="3139321"/>
          </a:xfrm>
          <a:prstGeom prst="rect">
            <a:avLst/>
          </a:prstGeom>
          <a:noFill/>
        </p:spPr>
        <p:txBody>
          <a:bodyPr wrap="square">
            <a:spAutoFit/>
          </a:bodyPr>
          <a:lstStyle>
            <a:defPPr>
              <a:defRPr lang="en-US"/>
            </a:defPPr>
            <a:lvl1pPr marL="109728" indent="-109728">
              <a:buFont typeface="Arial" panose="020B0604020202020204" pitchFamily="34" charset="0"/>
              <a:buChar char="•"/>
            </a:lvl1pPr>
          </a:lstStyle>
          <a:p>
            <a:r>
              <a:rPr lang="en-US" dirty="0"/>
              <a:t>Joshua Christiansen</a:t>
            </a:r>
          </a:p>
          <a:p>
            <a:r>
              <a:rPr lang="en-US" dirty="0"/>
              <a:t>Kelli Roach</a:t>
            </a:r>
          </a:p>
          <a:p>
            <a:r>
              <a:rPr lang="en-US" dirty="0"/>
              <a:t>Kent Bowker</a:t>
            </a:r>
          </a:p>
          <a:p>
            <a:r>
              <a:rPr lang="en-US" dirty="0"/>
              <a:t>Lori Murray</a:t>
            </a:r>
          </a:p>
          <a:p>
            <a:r>
              <a:rPr lang="en-US" dirty="0"/>
              <a:t>Ning Wang</a:t>
            </a:r>
          </a:p>
          <a:p>
            <a:r>
              <a:rPr lang="en-US" dirty="0"/>
              <a:t>Niranjan Aryal</a:t>
            </a:r>
          </a:p>
          <a:p>
            <a:r>
              <a:rPr lang="en-US" dirty="0"/>
              <a:t>Ramiro Saavedra</a:t>
            </a:r>
          </a:p>
          <a:p>
            <a:r>
              <a:rPr lang="en-US" dirty="0"/>
              <a:t>Rod Kuseski</a:t>
            </a:r>
          </a:p>
          <a:p>
            <a:r>
              <a:rPr lang="en-US" dirty="0"/>
              <a:t>Tate Savage</a:t>
            </a:r>
          </a:p>
          <a:p>
            <a:r>
              <a:rPr lang="en-US" dirty="0"/>
              <a:t>Violeta Lujan</a:t>
            </a:r>
          </a:p>
          <a:p>
            <a:r>
              <a:rPr lang="en-US" dirty="0"/>
              <a:t>Wesley Adams</a:t>
            </a:r>
          </a:p>
        </p:txBody>
      </p:sp>
      <p:sp>
        <p:nvSpPr>
          <p:cNvPr id="47" name="TextBox 46">
            <a:extLst>
              <a:ext uri="{FF2B5EF4-FFF2-40B4-BE49-F238E27FC236}">
                <a16:creationId xmlns:a16="http://schemas.microsoft.com/office/drawing/2014/main" id="{EDC5E956-6A84-F244-E6C2-172DACA1A212}"/>
              </a:ext>
            </a:extLst>
          </p:cNvPr>
          <p:cNvSpPr txBox="1"/>
          <p:nvPr/>
        </p:nvSpPr>
        <p:spPr>
          <a:xfrm>
            <a:off x="2125997" y="7145319"/>
            <a:ext cx="2468880" cy="3693319"/>
          </a:xfrm>
          <a:prstGeom prst="rect">
            <a:avLst/>
          </a:prstGeom>
          <a:noFill/>
        </p:spPr>
        <p:txBody>
          <a:bodyPr wrap="square">
            <a:spAutoFit/>
          </a:bodyPr>
          <a:lstStyle/>
          <a:p>
            <a:pPr marL="109728" indent="-109728">
              <a:buFont typeface="Arial" panose="020B0604020202020204" pitchFamily="34" charset="0"/>
              <a:buChar char="•"/>
            </a:pPr>
            <a:r>
              <a:rPr lang="en-US" dirty="0"/>
              <a:t>Black Mountain Sand</a:t>
            </a:r>
          </a:p>
          <a:p>
            <a:pPr marL="109728" indent="-109728">
              <a:buFont typeface="Arial" panose="020B0604020202020204" pitchFamily="34" charset="0"/>
              <a:buChar char="•"/>
            </a:pPr>
            <a:r>
              <a:rPr lang="en-US" dirty="0"/>
              <a:t>CarbonCycle</a:t>
            </a:r>
          </a:p>
          <a:p>
            <a:pPr marL="109728" indent="-109728">
              <a:buFont typeface="Arial" panose="020B0604020202020204" pitchFamily="34" charset="0"/>
              <a:buChar char="•"/>
            </a:pPr>
            <a:r>
              <a:rPr lang="en-US" dirty="0"/>
              <a:t>Cowboy Clean Fuels</a:t>
            </a:r>
          </a:p>
          <a:p>
            <a:pPr marL="109728" indent="-109728">
              <a:buFont typeface="Arial" panose="020B0604020202020204" pitchFamily="34" charset="0"/>
              <a:buChar char="•"/>
            </a:pPr>
            <a:r>
              <a:rPr lang="en-US" dirty="0"/>
              <a:t>Energy Advisors Group</a:t>
            </a:r>
          </a:p>
          <a:p>
            <a:pPr marL="109728" indent="-109728">
              <a:buFont typeface="Arial" panose="020B0604020202020204" pitchFamily="34" charset="0"/>
              <a:buChar char="•"/>
            </a:pPr>
            <a:r>
              <a:rPr lang="en-US" dirty="0"/>
              <a:t>Grey Rock Investment Partners</a:t>
            </a:r>
          </a:p>
          <a:p>
            <a:pPr marL="109728" indent="-109728">
              <a:buFont typeface="Arial" panose="020B0604020202020204" pitchFamily="34" charset="0"/>
              <a:buChar char="•"/>
            </a:pPr>
            <a:r>
              <a:rPr lang="en-US" dirty="0"/>
              <a:t>Hominy Consulting</a:t>
            </a:r>
          </a:p>
          <a:p>
            <a:pPr marL="109728" indent="-109728">
              <a:buFont typeface="Arial" panose="020B0604020202020204" pitchFamily="34" charset="0"/>
              <a:buChar char="•"/>
            </a:pPr>
            <a:r>
              <a:rPr lang="en-US" dirty="0"/>
              <a:t>Kbros Technosoft Solutions</a:t>
            </a:r>
          </a:p>
          <a:p>
            <a:pPr marL="109728" indent="-109728">
              <a:buFont typeface="Arial" panose="020B0604020202020204" pitchFamily="34" charset="0"/>
              <a:buChar char="•"/>
            </a:pPr>
            <a:r>
              <a:rPr lang="en-US" dirty="0"/>
              <a:t>Longfellow Energy</a:t>
            </a:r>
          </a:p>
          <a:p>
            <a:pPr marL="109728" indent="-109728">
              <a:buFont typeface="Arial" panose="020B0604020202020204" pitchFamily="34" charset="0"/>
              <a:buChar char="•"/>
            </a:pPr>
            <a:r>
              <a:rPr lang="en-US" dirty="0"/>
              <a:t>Pineland Energy</a:t>
            </a:r>
          </a:p>
          <a:p>
            <a:pPr marL="109728" indent="-109728">
              <a:buFont typeface="Arial" panose="020B0604020202020204" pitchFamily="34" charset="0"/>
              <a:buChar char="•"/>
            </a:pPr>
            <a:r>
              <a:rPr lang="en-US" dirty="0"/>
              <a:t>Positano Analytical Resources</a:t>
            </a:r>
          </a:p>
        </p:txBody>
      </p:sp>
      <p:sp>
        <p:nvSpPr>
          <p:cNvPr id="49" name="TextBox 48">
            <a:extLst>
              <a:ext uri="{FF2B5EF4-FFF2-40B4-BE49-F238E27FC236}">
                <a16:creationId xmlns:a16="http://schemas.microsoft.com/office/drawing/2014/main" id="{C47D8836-31EB-8366-2C68-8DE889B51E96}"/>
              </a:ext>
            </a:extLst>
          </p:cNvPr>
          <p:cNvSpPr txBox="1"/>
          <p:nvPr/>
        </p:nvSpPr>
        <p:spPr>
          <a:xfrm>
            <a:off x="6790637" y="7145319"/>
            <a:ext cx="2468880" cy="3693319"/>
          </a:xfrm>
          <a:prstGeom prst="rect">
            <a:avLst/>
          </a:prstGeom>
          <a:noFill/>
        </p:spPr>
        <p:txBody>
          <a:bodyPr wrap="square">
            <a:spAutoFit/>
          </a:bodyPr>
          <a:lstStyle>
            <a:defPPr>
              <a:defRPr lang="en-US"/>
            </a:defPPr>
            <a:lvl1pPr marL="109728" indent="-109728">
              <a:buFont typeface="Arial" panose="020B0604020202020204" pitchFamily="34" charset="0"/>
              <a:buChar char="•"/>
            </a:lvl1pPr>
          </a:lstStyle>
          <a:p>
            <a:r>
              <a:rPr lang="en-US" dirty="0"/>
              <a:t>RedOaks Energy Advisors</a:t>
            </a:r>
          </a:p>
          <a:p>
            <a:r>
              <a:rPr lang="en-US" dirty="0"/>
              <a:t>Rising Star Energy Partners</a:t>
            </a:r>
          </a:p>
          <a:p>
            <a:r>
              <a:rPr lang="en-US" dirty="0"/>
              <a:t>Schlumberger</a:t>
            </a:r>
          </a:p>
          <a:p>
            <a:r>
              <a:rPr lang="en-US" dirty="0"/>
              <a:t>Scout Energy Management</a:t>
            </a:r>
          </a:p>
          <a:p>
            <a:r>
              <a:rPr lang="en-US" dirty="0"/>
              <a:t>TenOaks Energy Advisors</a:t>
            </a:r>
          </a:p>
          <a:p>
            <a:r>
              <a:rPr lang="en-US" dirty="0"/>
              <a:t>The University of Texas at Dallas</a:t>
            </a:r>
          </a:p>
          <a:p>
            <a:r>
              <a:rPr lang="en-US" dirty="0"/>
              <a:t>Triple Oaks Royalty</a:t>
            </a:r>
          </a:p>
          <a:p>
            <a:r>
              <a:rPr lang="en-US" dirty="0"/>
              <a:t>Yates Industries</a:t>
            </a:r>
          </a:p>
        </p:txBody>
      </p:sp>
      <p:grpSp>
        <p:nvGrpSpPr>
          <p:cNvPr id="7" name="Group 6">
            <a:extLst>
              <a:ext uri="{FF2B5EF4-FFF2-40B4-BE49-F238E27FC236}">
                <a16:creationId xmlns:a16="http://schemas.microsoft.com/office/drawing/2014/main" id="{2274A2F0-5EB7-3233-A2CB-1243167916E5}"/>
              </a:ext>
            </a:extLst>
          </p:cNvPr>
          <p:cNvGrpSpPr/>
          <p:nvPr/>
        </p:nvGrpSpPr>
        <p:grpSpPr>
          <a:xfrm>
            <a:off x="196897" y="5927794"/>
            <a:ext cx="2103120" cy="3139321"/>
            <a:chOff x="196897" y="5222715"/>
            <a:chExt cx="1993932" cy="3139321"/>
          </a:xfrm>
        </p:grpSpPr>
        <p:sp>
          <p:nvSpPr>
            <p:cNvPr id="41" name="TextBox 40">
              <a:extLst>
                <a:ext uri="{FF2B5EF4-FFF2-40B4-BE49-F238E27FC236}">
                  <a16:creationId xmlns:a16="http://schemas.microsoft.com/office/drawing/2014/main" id="{15976906-D033-7DCA-1498-A34584D837C8}"/>
                </a:ext>
              </a:extLst>
            </p:cNvPr>
            <p:cNvSpPr txBox="1"/>
            <p:nvPr/>
          </p:nvSpPr>
          <p:spPr>
            <a:xfrm>
              <a:off x="196897" y="5776713"/>
              <a:ext cx="1847838" cy="2585323"/>
            </a:xfrm>
            <a:prstGeom prst="rect">
              <a:avLst/>
            </a:prstGeom>
            <a:noFill/>
          </p:spPr>
          <p:txBody>
            <a:bodyPr wrap="square">
              <a:spAutoFit/>
            </a:bodyPr>
            <a:lstStyle/>
            <a:p>
              <a:pPr marL="109728" indent="-109728">
                <a:buFont typeface="Arial" panose="020B0604020202020204" pitchFamily="34" charset="0"/>
                <a:buChar char="•"/>
              </a:pPr>
              <a:r>
                <a:rPr lang="en-US" dirty="0"/>
                <a:t>Sherrie Cawthon</a:t>
              </a:r>
            </a:p>
            <a:p>
              <a:pPr marL="109728" indent="-109728">
                <a:buFont typeface="Arial" panose="020B0604020202020204" pitchFamily="34" charset="0"/>
                <a:buChar char="•"/>
              </a:pPr>
              <a:r>
                <a:rPr lang="en-US" dirty="0"/>
                <a:t>Colleen Donegan</a:t>
              </a:r>
            </a:p>
            <a:p>
              <a:pPr marL="109728" indent="-109728">
                <a:buFont typeface="Arial" panose="020B0604020202020204" pitchFamily="34" charset="0"/>
                <a:buChar char="•"/>
              </a:pPr>
              <a:r>
                <a:rPr lang="en-US" dirty="0"/>
                <a:t>Blake Gillespie</a:t>
              </a:r>
            </a:p>
            <a:p>
              <a:pPr marL="109728" indent="-109728">
                <a:buFont typeface="Arial" panose="020B0604020202020204" pitchFamily="34" charset="0"/>
                <a:buChar char="•"/>
              </a:pPr>
              <a:r>
                <a:rPr lang="en-US" dirty="0"/>
                <a:t>Kevin Hiss</a:t>
              </a:r>
            </a:p>
            <a:p>
              <a:pPr marL="109728" indent="-109728">
                <a:buFont typeface="Arial" panose="020B0604020202020204" pitchFamily="34" charset="0"/>
                <a:buChar char="•"/>
              </a:pPr>
              <a:r>
                <a:rPr lang="en-US" dirty="0"/>
                <a:t>Joshua Hughes</a:t>
              </a:r>
            </a:p>
            <a:p>
              <a:pPr marL="109728" indent="-109728">
                <a:buFont typeface="Arial" panose="020B0604020202020204" pitchFamily="34" charset="0"/>
                <a:buChar char="•"/>
              </a:pPr>
              <a:r>
                <a:rPr lang="en-US" dirty="0"/>
                <a:t>Vishal Kaul</a:t>
              </a:r>
            </a:p>
            <a:p>
              <a:pPr marL="109728" indent="-109728">
                <a:buFont typeface="Arial" panose="020B0604020202020204" pitchFamily="34" charset="0"/>
                <a:buChar char="•"/>
              </a:pPr>
              <a:r>
                <a:rPr lang="en-US" dirty="0"/>
                <a:t>Keith Kimme</a:t>
              </a:r>
            </a:p>
            <a:p>
              <a:pPr marL="109728" indent="-109728">
                <a:buFont typeface="Arial" panose="020B0604020202020204" pitchFamily="34" charset="0"/>
                <a:buChar char="•"/>
              </a:pPr>
              <a:r>
                <a:rPr lang="en-US" dirty="0"/>
                <a:t>Jeni Kuseski</a:t>
              </a:r>
            </a:p>
            <a:p>
              <a:pPr marL="109728" indent="-109728">
                <a:buFont typeface="Arial" panose="020B0604020202020204" pitchFamily="34" charset="0"/>
                <a:buChar char="•"/>
              </a:pPr>
              <a:r>
                <a:rPr lang="en-US" dirty="0"/>
                <a:t>Lowell Waite</a:t>
              </a:r>
            </a:p>
          </p:txBody>
        </p:sp>
        <p:sp>
          <p:nvSpPr>
            <p:cNvPr id="51" name="TextBox 50">
              <a:extLst>
                <a:ext uri="{FF2B5EF4-FFF2-40B4-BE49-F238E27FC236}">
                  <a16:creationId xmlns:a16="http://schemas.microsoft.com/office/drawing/2014/main" id="{DA184888-15A6-788A-746A-9DDCD0D763A5}"/>
                </a:ext>
              </a:extLst>
            </p:cNvPr>
            <p:cNvSpPr txBox="1"/>
            <p:nvPr/>
          </p:nvSpPr>
          <p:spPr>
            <a:xfrm>
              <a:off x="196897" y="5222715"/>
              <a:ext cx="1993932" cy="646331"/>
            </a:xfrm>
            <a:prstGeom prst="rect">
              <a:avLst/>
            </a:prstGeom>
            <a:noFill/>
          </p:spPr>
          <p:txBody>
            <a:bodyPr wrap="square">
              <a:spAutoFit/>
            </a:bodyPr>
            <a:lstStyle/>
            <a:p>
              <a:pPr marL="109728" indent="-109728">
                <a:buFont typeface="Arial" panose="020B0604020202020204" pitchFamily="34" charset="0"/>
                <a:buChar char="•"/>
              </a:pPr>
              <a:r>
                <a:rPr lang="en-US" b="1" dirty="0"/>
                <a:t>Larissa Williamson</a:t>
              </a:r>
            </a:p>
          </p:txBody>
        </p:sp>
      </p:grpSp>
      <p:pic>
        <p:nvPicPr>
          <p:cNvPr id="4104" name="Picture 8" descr="Opificio Font Generator Preview">
            <a:extLst>
              <a:ext uri="{FF2B5EF4-FFF2-40B4-BE49-F238E27FC236}">
                <a16:creationId xmlns:a16="http://schemas.microsoft.com/office/drawing/2014/main" id="{58A53B2E-9BA9-2DBC-3C45-EB60A1ADA01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13432" y="5254094"/>
            <a:ext cx="4128516" cy="301752"/>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Straight Connector 16">
            <a:extLst>
              <a:ext uri="{FF2B5EF4-FFF2-40B4-BE49-F238E27FC236}">
                <a16:creationId xmlns:a16="http://schemas.microsoft.com/office/drawing/2014/main" id="{19CAEE98-EBE6-8396-AE37-8EAA90D1EBCC}"/>
              </a:ext>
            </a:extLst>
          </p:cNvPr>
          <p:cNvCxnSpPr>
            <a:cxnSpLocks/>
          </p:cNvCxnSpPr>
          <p:nvPr/>
        </p:nvCxnSpPr>
        <p:spPr>
          <a:xfrm>
            <a:off x="11490200" y="5020284"/>
            <a:ext cx="7589520" cy="0"/>
          </a:xfrm>
          <a:prstGeom prst="line">
            <a:avLst/>
          </a:prstGeom>
          <a:ln>
            <a:solidFill>
              <a:srgbClr val="1A567B"/>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4740F2A-2FB0-AD60-7F80-6B6049E1E465}"/>
              </a:ext>
            </a:extLst>
          </p:cNvPr>
          <p:cNvSpPr txBox="1"/>
          <p:nvPr/>
        </p:nvSpPr>
        <p:spPr>
          <a:xfrm>
            <a:off x="5758257" y="729712"/>
            <a:ext cx="5449356" cy="4185761"/>
          </a:xfrm>
          <a:prstGeom prst="rect">
            <a:avLst/>
          </a:prstGeom>
          <a:noFill/>
        </p:spPr>
        <p:txBody>
          <a:bodyPr wrap="square">
            <a:spAutoFit/>
          </a:bodyPr>
          <a:lstStyle/>
          <a:p>
            <a:pPr algn="ctr"/>
            <a:r>
              <a:rPr lang="en-US" sz="1400" b="1" i="0" u="none" strike="noStrike" baseline="0" dirty="0">
                <a:solidFill>
                  <a:srgbClr val="404040"/>
                </a:solidFill>
                <a:latin typeface="Calibri" panose="020F0502020204030204" pitchFamily="34" charset="0"/>
              </a:rPr>
              <a:t>EXPERIENCE</a:t>
            </a:r>
          </a:p>
          <a:p>
            <a:pPr algn="l"/>
            <a:r>
              <a:rPr lang="en-US" sz="1400" b="0" i="0" u="none" strike="noStrike" baseline="0" dirty="0">
                <a:solidFill>
                  <a:srgbClr val="404040"/>
                </a:solidFill>
                <a:latin typeface="Calibri" panose="020F0502020204030204" pitchFamily="34" charset="0"/>
              </a:rPr>
              <a:t>Founder | Chief Executive Officer – Wheelhouse Geoscience, LLC</a:t>
            </a:r>
          </a:p>
          <a:p>
            <a:r>
              <a:rPr lang="en-US" sz="1400" dirty="0">
                <a:solidFill>
                  <a:srgbClr val="404040"/>
                </a:solidFill>
                <a:latin typeface="Calibri" panose="020F0502020204030204" pitchFamily="34" charset="0"/>
              </a:rPr>
              <a:t>Founder | Chief Executive Officer – HomeWorld Educational Resources</a:t>
            </a:r>
            <a:endParaRPr lang="en-US" sz="1400" b="0" i="0" u="none" strike="noStrike" baseline="0" dirty="0">
              <a:solidFill>
                <a:srgbClr val="404040"/>
              </a:solidFill>
              <a:latin typeface="Calibri" panose="020F0502020204030204" pitchFamily="34" charset="0"/>
            </a:endParaRPr>
          </a:p>
          <a:p>
            <a:pPr algn="l"/>
            <a:r>
              <a:rPr lang="en-US" sz="1400" dirty="0">
                <a:solidFill>
                  <a:srgbClr val="404040"/>
                </a:solidFill>
                <a:latin typeface="Calibri" panose="020F0502020204030204" pitchFamily="34" charset="0"/>
              </a:rPr>
              <a:t>Chief Geologist – Yates Industries</a:t>
            </a:r>
          </a:p>
          <a:p>
            <a:pPr algn="l"/>
            <a:r>
              <a:rPr lang="en-US" sz="1400" dirty="0">
                <a:solidFill>
                  <a:srgbClr val="404040"/>
                </a:solidFill>
                <a:latin typeface="Calibri" panose="020F0502020204030204" pitchFamily="34" charset="0"/>
              </a:rPr>
              <a:t>Co-founder | Vice President, Geosciences – Monadnock Resources</a:t>
            </a:r>
          </a:p>
          <a:p>
            <a:pPr algn="l"/>
            <a:r>
              <a:rPr lang="en-US" sz="1400" dirty="0">
                <a:solidFill>
                  <a:srgbClr val="404040"/>
                </a:solidFill>
                <a:latin typeface="Calibri" panose="020F0502020204030204" pitchFamily="34" charset="0"/>
              </a:rPr>
              <a:t>Vice President, Geosciences – Forge Energy</a:t>
            </a:r>
          </a:p>
          <a:p>
            <a:pPr algn="l"/>
            <a:r>
              <a:rPr lang="en-US" sz="1400" dirty="0">
                <a:solidFill>
                  <a:srgbClr val="404040"/>
                </a:solidFill>
                <a:latin typeface="Calibri" panose="020F0502020204030204" pitchFamily="34" charset="0"/>
              </a:rPr>
              <a:t>Senior Geoscientist – Pioneer Natural Resources</a:t>
            </a:r>
          </a:p>
          <a:p>
            <a:pPr algn="l"/>
            <a:r>
              <a:rPr lang="en-US" sz="1400" dirty="0">
                <a:solidFill>
                  <a:srgbClr val="404040"/>
                </a:solidFill>
                <a:latin typeface="Calibri" panose="020F0502020204030204" pitchFamily="34" charset="0"/>
              </a:rPr>
              <a:t>Division Geologist – Martin Marietta Materials Company</a:t>
            </a:r>
          </a:p>
          <a:p>
            <a:pPr algn="ctr"/>
            <a:r>
              <a:rPr lang="en-US" sz="1400" b="1" dirty="0">
                <a:solidFill>
                  <a:srgbClr val="404040"/>
                </a:solidFill>
                <a:latin typeface="Calibri" panose="020F0502020204030204" pitchFamily="34" charset="0"/>
              </a:rPr>
              <a:t>CERTIFICATIONS</a:t>
            </a:r>
          </a:p>
          <a:p>
            <a:pPr algn="l"/>
            <a:r>
              <a:rPr lang="en-US" sz="1400" dirty="0">
                <a:solidFill>
                  <a:srgbClr val="404040"/>
                </a:solidFill>
                <a:latin typeface="Calibri" panose="020F0502020204030204" pitchFamily="34" charset="0"/>
              </a:rPr>
              <a:t>Licensed Professional Geoscientist, No. 15612, State of Texas Board of Professional Geoscientists</a:t>
            </a:r>
          </a:p>
          <a:p>
            <a:pPr algn="l"/>
            <a:r>
              <a:rPr lang="en-US" sz="1400" dirty="0">
                <a:solidFill>
                  <a:srgbClr val="404040"/>
                </a:solidFill>
                <a:latin typeface="Calibri" panose="020F0502020204030204" pitchFamily="34" charset="0"/>
              </a:rPr>
              <a:t>Certified Petroleum Geologist, No. 6117 – AAPG, DPG</a:t>
            </a:r>
          </a:p>
          <a:p>
            <a:pPr algn="l"/>
            <a:r>
              <a:rPr lang="en-US" sz="1400" dirty="0">
                <a:solidFill>
                  <a:srgbClr val="404040"/>
                </a:solidFill>
                <a:latin typeface="Calibri" panose="020F0502020204030204" pitchFamily="34" charset="0"/>
              </a:rPr>
              <a:t>Certified Professional Geologist, No. 11773 – AIPG</a:t>
            </a:r>
          </a:p>
          <a:p>
            <a:pPr algn="l"/>
            <a:r>
              <a:rPr lang="en-US" sz="1400" dirty="0">
                <a:solidFill>
                  <a:srgbClr val="404040"/>
                </a:solidFill>
                <a:latin typeface="Calibri" panose="020F0502020204030204" pitchFamily="34" charset="0"/>
              </a:rPr>
              <a:t>Certified Professional Earth Scientist, No. 3530 – SIPES</a:t>
            </a:r>
          </a:p>
          <a:p>
            <a:pPr algn="l"/>
            <a:r>
              <a:rPr lang="en-US" sz="1400" dirty="0">
                <a:solidFill>
                  <a:srgbClr val="404040"/>
                </a:solidFill>
                <a:latin typeface="Calibri" panose="020F0502020204030204" pitchFamily="34" charset="0"/>
              </a:rPr>
              <a:t>Graduate Certificate in Geographic Information Systems – UT Dallas</a:t>
            </a:r>
          </a:p>
          <a:p>
            <a:pPr algn="ctr"/>
            <a:r>
              <a:rPr lang="en-US" sz="1400" b="1" dirty="0">
                <a:solidFill>
                  <a:srgbClr val="404040"/>
                </a:solidFill>
                <a:latin typeface="Calibri" panose="020F0502020204030204" pitchFamily="34" charset="0"/>
              </a:rPr>
              <a:t>EDUCATION</a:t>
            </a:r>
          </a:p>
          <a:p>
            <a:pPr algn="l"/>
            <a:r>
              <a:rPr lang="en-US" sz="1400" dirty="0">
                <a:solidFill>
                  <a:srgbClr val="404040"/>
                </a:solidFill>
                <a:latin typeface="Calibri" panose="020F0502020204030204" pitchFamily="34" charset="0"/>
              </a:rPr>
              <a:t>MS, Geosciences – The University of Texas at Dallas</a:t>
            </a:r>
          </a:p>
          <a:p>
            <a:pPr algn="l"/>
            <a:r>
              <a:rPr lang="en-US" sz="1400" dirty="0">
                <a:solidFill>
                  <a:srgbClr val="404040"/>
                </a:solidFill>
                <a:latin typeface="Calibri" panose="020F0502020204030204" pitchFamily="34" charset="0"/>
              </a:rPr>
              <a:t>MS, Geographic Information Sciences – The University of Texas at Dallas</a:t>
            </a:r>
          </a:p>
          <a:p>
            <a:pPr algn="l"/>
            <a:r>
              <a:rPr lang="en-US" sz="1400" dirty="0">
                <a:solidFill>
                  <a:srgbClr val="404040"/>
                </a:solidFill>
                <a:latin typeface="Calibri" panose="020F0502020204030204" pitchFamily="34" charset="0"/>
              </a:rPr>
              <a:t>BS, Geosciences – The University of Texas at Dallas</a:t>
            </a:r>
            <a:endParaRPr lang="en-US" sz="1400" dirty="0"/>
          </a:p>
        </p:txBody>
      </p:sp>
      <p:pic>
        <p:nvPicPr>
          <p:cNvPr id="6146" name="Picture 2" descr="Opificio Font Generator Preview">
            <a:extLst>
              <a:ext uri="{FF2B5EF4-FFF2-40B4-BE49-F238E27FC236}">
                <a16:creationId xmlns:a16="http://schemas.microsoft.com/office/drawing/2014/main" id="{C6D5DEC9-65B0-0EF8-E821-80358E2C892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6897" y="799374"/>
            <a:ext cx="5108230" cy="301752"/>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Opificio Font Generator Preview">
            <a:extLst>
              <a:ext uri="{FF2B5EF4-FFF2-40B4-BE49-F238E27FC236}">
                <a16:creationId xmlns:a16="http://schemas.microsoft.com/office/drawing/2014/main" id="{3020817E-20E5-6D62-248A-18C78A97980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54431" y="3923796"/>
            <a:ext cx="1393163" cy="201168"/>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Opificio Font Generator Preview">
            <a:extLst>
              <a:ext uri="{FF2B5EF4-FFF2-40B4-BE49-F238E27FC236}">
                <a16:creationId xmlns:a16="http://schemas.microsoft.com/office/drawing/2014/main" id="{2BDF1612-537D-113A-D0EB-B54C29E6DA3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87631" y="4273332"/>
            <a:ext cx="2326762" cy="201168"/>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Opificio Font Generator Preview">
            <a:extLst>
              <a:ext uri="{FF2B5EF4-FFF2-40B4-BE49-F238E27FC236}">
                <a16:creationId xmlns:a16="http://schemas.microsoft.com/office/drawing/2014/main" id="{B856634E-24D4-674A-0378-8B6C4E99874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8359" y="4622868"/>
            <a:ext cx="4005306" cy="201168"/>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CD7AD9BC-B7D0-1B75-D6DA-2E65CD22117D}"/>
              </a:ext>
            </a:extLst>
          </p:cNvPr>
          <p:cNvSpPr txBox="1"/>
          <p:nvPr/>
        </p:nvSpPr>
        <p:spPr>
          <a:xfrm>
            <a:off x="11777581" y="729712"/>
            <a:ext cx="7137436" cy="830997"/>
          </a:xfrm>
          <a:prstGeom prst="rect">
            <a:avLst/>
          </a:prstGeom>
          <a:noFill/>
        </p:spPr>
        <p:txBody>
          <a:bodyPr wrap="square" rtlCol="0">
            <a:spAutoFit/>
          </a:bodyPr>
          <a:lstStyle/>
          <a:p>
            <a:pPr algn="ctr"/>
            <a:r>
              <a:rPr lang="en-US" sz="2400" b="1" dirty="0">
                <a:latin typeface="Aptos" panose="020B0004020202020204" pitchFamily="34" charset="0"/>
              </a:rPr>
              <a:t>Colleagues. Collaborators. Subcontractors. Friends and Family. And, especially, our Clients.</a:t>
            </a:r>
          </a:p>
        </p:txBody>
      </p:sp>
      <p:sp>
        <p:nvSpPr>
          <p:cNvPr id="28" name="TextBox 27">
            <a:extLst>
              <a:ext uri="{FF2B5EF4-FFF2-40B4-BE49-F238E27FC236}">
                <a16:creationId xmlns:a16="http://schemas.microsoft.com/office/drawing/2014/main" id="{11662505-4D2A-7E6B-C63D-5074620D9E8D}"/>
              </a:ext>
            </a:extLst>
          </p:cNvPr>
          <p:cNvSpPr txBox="1"/>
          <p:nvPr/>
        </p:nvSpPr>
        <p:spPr>
          <a:xfrm>
            <a:off x="11490201" y="1812707"/>
            <a:ext cx="7583772" cy="2477601"/>
          </a:xfrm>
          <a:prstGeom prst="rect">
            <a:avLst/>
          </a:prstGeom>
          <a:noFill/>
        </p:spPr>
        <p:txBody>
          <a:bodyPr wrap="square" rtlCol="0">
            <a:spAutoFit/>
          </a:bodyPr>
          <a:lstStyle/>
          <a:p>
            <a:pPr algn="just">
              <a:spcAft>
                <a:spcPts val="1800"/>
              </a:spcAft>
            </a:pPr>
            <a:r>
              <a:rPr lang="en-US" sz="2000" dirty="0">
                <a:latin typeface="Aptos" panose="020B0004020202020204" pitchFamily="34" charset="0"/>
              </a:rPr>
              <a:t>From the very beginning and every day over these last 5 years, it’s the passion, expertise, and professionalism of the </a:t>
            </a:r>
            <a:r>
              <a:rPr lang="en-US" sz="2000" b="1" u="sng" dirty="0">
                <a:latin typeface="Aptos" panose="020B0004020202020204" pitchFamily="34" charset="0"/>
              </a:rPr>
              <a:t>people</a:t>
            </a:r>
            <a:r>
              <a:rPr lang="en-US" sz="2000" dirty="0">
                <a:latin typeface="Aptos" panose="020B0004020202020204" pitchFamily="34" charset="0"/>
              </a:rPr>
              <a:t> that Wheelhouse has the pleasure of working with and working for that makes it worth it.</a:t>
            </a:r>
          </a:p>
          <a:p>
            <a:pPr algn="just">
              <a:spcAft>
                <a:spcPts val="1800"/>
              </a:spcAft>
            </a:pPr>
            <a:r>
              <a:rPr lang="en-US" sz="2000" dirty="0">
                <a:latin typeface="Aptos" panose="020B0004020202020204" pitchFamily="34" charset="0"/>
              </a:rPr>
              <a:t>Wheelhouse is all about people. People’s collective influence and potential brought to bear. People solving problems. People creating value. </a:t>
            </a:r>
          </a:p>
        </p:txBody>
      </p:sp>
      <p:pic>
        <p:nvPicPr>
          <p:cNvPr id="6154" name="Picture 10" descr="Opificio Font Generator Preview">
            <a:extLst>
              <a:ext uri="{FF2B5EF4-FFF2-40B4-BE49-F238E27FC236}">
                <a16:creationId xmlns:a16="http://schemas.microsoft.com/office/drawing/2014/main" id="{DB3BA9FD-A60A-4B9F-31F3-13F9A096B33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106734" y="4542306"/>
            <a:ext cx="4479131" cy="334328"/>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Straight Connector 30">
            <a:extLst>
              <a:ext uri="{FF2B5EF4-FFF2-40B4-BE49-F238E27FC236}">
                <a16:creationId xmlns:a16="http://schemas.microsoft.com/office/drawing/2014/main" id="{E100EBF6-0070-8D2B-832F-4EDFB8F8C7F6}"/>
              </a:ext>
            </a:extLst>
          </p:cNvPr>
          <p:cNvCxnSpPr>
            <a:cxnSpLocks/>
          </p:cNvCxnSpPr>
          <p:nvPr/>
        </p:nvCxnSpPr>
        <p:spPr>
          <a:xfrm flipV="1">
            <a:off x="11369990" y="686364"/>
            <a:ext cx="2875" cy="4251960"/>
          </a:xfrm>
          <a:prstGeom prst="line">
            <a:avLst/>
          </a:prstGeom>
          <a:ln>
            <a:solidFill>
              <a:srgbClr val="1A567B"/>
            </a:solidFill>
          </a:ln>
        </p:spPr>
        <p:style>
          <a:lnRef idx="1">
            <a:schemeClr val="accent1"/>
          </a:lnRef>
          <a:fillRef idx="0">
            <a:schemeClr val="accent1"/>
          </a:fillRef>
          <a:effectRef idx="0">
            <a:schemeClr val="accent1"/>
          </a:effectRef>
          <a:fontRef idx="minor">
            <a:schemeClr val="tx1"/>
          </a:fontRef>
        </p:style>
      </p:cxnSp>
      <p:pic>
        <p:nvPicPr>
          <p:cNvPr id="6158" name="Picture 14" descr="Opificio Font Generator Preview">
            <a:extLst>
              <a:ext uri="{FF2B5EF4-FFF2-40B4-BE49-F238E27FC236}">
                <a16:creationId xmlns:a16="http://schemas.microsoft.com/office/drawing/2014/main" id="{D2132EFE-85A6-B03F-6E21-464F6250F94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6897" y="82084"/>
            <a:ext cx="13069824" cy="493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8567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A2D0E-AC61-3A88-DDA6-7E6741BD3ED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1F2E325-FAF3-3865-1161-8E1786B49062}"/>
              </a:ext>
            </a:extLst>
          </p:cNvPr>
          <p:cNvSpPr/>
          <p:nvPr/>
        </p:nvSpPr>
        <p:spPr>
          <a:xfrm>
            <a:off x="0" y="0"/>
            <a:ext cx="19202400" cy="589120"/>
          </a:xfrm>
          <a:prstGeom prst="rect">
            <a:avLst/>
          </a:prstGeom>
          <a:solidFill>
            <a:srgbClr val="1A56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p>
        </p:txBody>
      </p:sp>
      <p:pic>
        <p:nvPicPr>
          <p:cNvPr id="5" name="Picture 4" descr="A blue and black globe with a white background&#10;&#10;AI-generated content may be incorrect.">
            <a:extLst>
              <a:ext uri="{FF2B5EF4-FFF2-40B4-BE49-F238E27FC236}">
                <a16:creationId xmlns:a16="http://schemas.microsoft.com/office/drawing/2014/main" id="{29A26980-8070-B167-E042-4F96F671BF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219" y="10208256"/>
            <a:ext cx="566113" cy="685233"/>
          </a:xfrm>
          <a:prstGeom prst="rect">
            <a:avLst/>
          </a:prstGeom>
        </p:spPr>
      </p:pic>
      <p:pic>
        <p:nvPicPr>
          <p:cNvPr id="7" name="Picture 6">
            <a:extLst>
              <a:ext uri="{FF2B5EF4-FFF2-40B4-BE49-F238E27FC236}">
                <a16:creationId xmlns:a16="http://schemas.microsoft.com/office/drawing/2014/main" id="{9EE4DC1D-96C2-469F-DA9B-A74D8A7C9EE7}"/>
              </a:ext>
            </a:extLst>
          </p:cNvPr>
          <p:cNvPicPr>
            <a:picLocks noChangeAspect="1"/>
          </p:cNvPicPr>
          <p:nvPr/>
        </p:nvPicPr>
        <p:blipFill>
          <a:blip r:embed="rId3"/>
          <a:stretch>
            <a:fillRect/>
          </a:stretch>
        </p:blipFill>
        <p:spPr>
          <a:xfrm>
            <a:off x="15836000" y="589120"/>
            <a:ext cx="3366399" cy="10383680"/>
          </a:xfrm>
          <a:prstGeom prst="rect">
            <a:avLst/>
          </a:prstGeom>
        </p:spPr>
      </p:pic>
      <p:pic>
        <p:nvPicPr>
          <p:cNvPr id="5122" name="Picture 2" descr="Opificio Font Generator Preview">
            <a:extLst>
              <a:ext uri="{FF2B5EF4-FFF2-40B4-BE49-F238E27FC236}">
                <a16:creationId xmlns:a16="http://schemas.microsoft.com/office/drawing/2014/main" id="{DE93C6A1-DD15-4ABA-F6CD-020D10A323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898" y="771262"/>
            <a:ext cx="2225421" cy="301752"/>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Opificio Font Generator Preview">
            <a:extLst>
              <a:ext uri="{FF2B5EF4-FFF2-40B4-BE49-F238E27FC236}">
                <a16:creationId xmlns:a16="http://schemas.microsoft.com/office/drawing/2014/main" id="{D011E769-BED8-7484-91ED-8768A6428F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898" y="7217814"/>
            <a:ext cx="5940743" cy="301752"/>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Opificio Font Generator Preview">
            <a:extLst>
              <a:ext uri="{FF2B5EF4-FFF2-40B4-BE49-F238E27FC236}">
                <a16:creationId xmlns:a16="http://schemas.microsoft.com/office/drawing/2014/main" id="{EAD9015C-563A-0E88-C224-C55A854FAB3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6898" y="82984"/>
            <a:ext cx="5974556" cy="390049"/>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4C0E5E66-C2E3-7643-ADC8-B2EE01AE1CF1}"/>
              </a:ext>
            </a:extLst>
          </p:cNvPr>
          <p:cNvSpPr txBox="1"/>
          <p:nvPr/>
        </p:nvSpPr>
        <p:spPr>
          <a:xfrm>
            <a:off x="90527" y="1188114"/>
            <a:ext cx="15597491" cy="3093154"/>
          </a:xfrm>
          <a:prstGeom prst="rect">
            <a:avLst/>
          </a:prstGeom>
          <a:noFill/>
        </p:spPr>
        <p:txBody>
          <a:bodyPr wrap="square" rtlCol="0">
            <a:spAutoFit/>
          </a:bodyPr>
          <a:lstStyle/>
          <a:p>
            <a:pPr marL="342900" indent="-342900" algn="just">
              <a:spcAft>
                <a:spcPts val="600"/>
              </a:spcAft>
              <a:buFont typeface="Arial" panose="020B0604020202020204" pitchFamily="34" charset="0"/>
              <a:buChar char="•"/>
            </a:pPr>
            <a:r>
              <a:rPr lang="en-US" sz="2000" dirty="0">
                <a:latin typeface="Aptos" panose="020B0004020202020204" pitchFamily="34" charset="0"/>
              </a:rPr>
              <a:t>Full scope buyer-side and seller-side technical evaluations: geologic and engineering due diligence; asset valuation; risking; upside characterization and vetting; exhibit preparation. Over 90 evaluations since inception.</a:t>
            </a:r>
          </a:p>
          <a:p>
            <a:pPr marL="342900" indent="-342900" algn="just">
              <a:spcAft>
                <a:spcPts val="600"/>
              </a:spcAft>
              <a:buFont typeface="Arial" panose="020B0604020202020204" pitchFamily="34" charset="0"/>
              <a:buChar char="•"/>
            </a:pPr>
            <a:r>
              <a:rPr lang="en-US" sz="2000" dirty="0">
                <a:latin typeface="Aptos" panose="020B0004020202020204" pitchFamily="34" charset="0"/>
              </a:rPr>
              <a:t>Cradle to grave wellbore planning and execution: play fairway analysis; geologic prognoses; operations geology; casing point election assessment; post-mortem and reservoir modeling refinement.</a:t>
            </a:r>
          </a:p>
          <a:p>
            <a:pPr marL="342900" indent="-342900" algn="just">
              <a:spcAft>
                <a:spcPts val="600"/>
              </a:spcAft>
              <a:buFont typeface="Arial" panose="020B0604020202020204" pitchFamily="34" charset="0"/>
              <a:buChar char="•"/>
            </a:pPr>
            <a:r>
              <a:rPr lang="en-US" sz="2000" dirty="0">
                <a:latin typeface="Aptos" panose="020B0004020202020204" pitchFamily="34" charset="0"/>
              </a:rPr>
              <a:t>Geosteering: We plan and geosteer horizontals, with experience in complex geologic environments. Our industry-best geosteering guru pioneered the practice of 'retroactive batch geosteering' to enhance reservoir characterization, offers tailored in-house geosteering courses, and is presently creating a comprehensive online on-demand course to be taught through a leading continuing ed vendor.</a:t>
            </a:r>
          </a:p>
          <a:p>
            <a:pPr marL="342900" indent="-342900" algn="just">
              <a:spcAft>
                <a:spcPts val="600"/>
              </a:spcAft>
              <a:buFont typeface="Arial" panose="020B0604020202020204" pitchFamily="34" charset="0"/>
              <a:buChar char="•"/>
            </a:pPr>
            <a:r>
              <a:rPr lang="en-US" sz="2000" dirty="0">
                <a:latin typeface="Aptos" panose="020B0004020202020204" pitchFamily="34" charset="0"/>
              </a:rPr>
              <a:t>Wheelhouse has also contributed its expertise to Energy Transition projects, including carbon capture &amp; sequestration (CCS), renewable natural gas (RNG), and lithium extraction.</a:t>
            </a:r>
          </a:p>
        </p:txBody>
      </p:sp>
      <p:sp>
        <p:nvSpPr>
          <p:cNvPr id="24" name="TextBox 23">
            <a:extLst>
              <a:ext uri="{FF2B5EF4-FFF2-40B4-BE49-F238E27FC236}">
                <a16:creationId xmlns:a16="http://schemas.microsoft.com/office/drawing/2014/main" id="{83114BEF-9369-B0E1-DFD7-45E3A8229B78}"/>
              </a:ext>
            </a:extLst>
          </p:cNvPr>
          <p:cNvSpPr txBox="1"/>
          <p:nvPr/>
        </p:nvSpPr>
        <p:spPr>
          <a:xfrm>
            <a:off x="90528" y="7629362"/>
            <a:ext cx="15597492" cy="2231380"/>
          </a:xfrm>
          <a:prstGeom prst="rect">
            <a:avLst/>
          </a:prstGeom>
          <a:noFill/>
        </p:spPr>
        <p:txBody>
          <a:bodyPr wrap="square" rtlCol="0">
            <a:spAutoFit/>
          </a:bodyPr>
          <a:lstStyle/>
          <a:p>
            <a:pPr marL="342900" indent="-342900" algn="just">
              <a:spcAft>
                <a:spcPts val="600"/>
              </a:spcAft>
              <a:buFont typeface="Arial" panose="020B0604020202020204" pitchFamily="34" charset="0"/>
              <a:buChar char="•"/>
            </a:pPr>
            <a:r>
              <a:rPr lang="en-US" sz="2000" dirty="0">
                <a:latin typeface="Aptos" panose="020B0004020202020204" pitchFamily="34" charset="0"/>
              </a:rPr>
              <a:t>We do not over-promise and under-deliver.</a:t>
            </a:r>
          </a:p>
          <a:p>
            <a:pPr algn="just">
              <a:spcAft>
                <a:spcPts val="600"/>
              </a:spcAft>
            </a:pPr>
            <a:r>
              <a:rPr lang="en-US" sz="2000" dirty="0">
                <a:latin typeface="Aptos" panose="020B0004020202020204" pitchFamily="34" charset="0"/>
              </a:rPr>
              <a:t> </a:t>
            </a:r>
            <a:r>
              <a:rPr lang="en-US" sz="1600" i="1" dirty="0">
                <a:latin typeface="Aptos" panose="020B0004020202020204" pitchFamily="34" charset="0"/>
              </a:rPr>
              <a:t>Being on the same page about expectations is crucial: We make no assumptions and ask questions (and are always open to yours). Being a generalist gets someone only so far; we pull in specialists-by-discipline as needed to tackle the tough stuff. We charge hourly rather than by the day or the project, because we want the work to dictate what “completion” looks like, not the clock.</a:t>
            </a:r>
            <a:endParaRPr lang="en-US" sz="2000" dirty="0">
              <a:latin typeface="Aptos" panose="020B0004020202020204" pitchFamily="34" charset="0"/>
            </a:endParaRPr>
          </a:p>
          <a:p>
            <a:pPr marL="342900" indent="-342900" algn="just">
              <a:spcAft>
                <a:spcPts val="600"/>
              </a:spcAft>
              <a:buFont typeface="Arial" panose="020B0604020202020204" pitchFamily="34" charset="0"/>
              <a:buChar char="•"/>
            </a:pPr>
            <a:r>
              <a:rPr lang="en-US" sz="2000" dirty="0">
                <a:latin typeface="Aptos" panose="020B0004020202020204" pitchFamily="34" charset="0"/>
              </a:rPr>
              <a:t>We do not bite off more than we can chew.</a:t>
            </a:r>
          </a:p>
          <a:p>
            <a:pPr algn="just">
              <a:spcAft>
                <a:spcPts val="600"/>
              </a:spcAft>
            </a:pPr>
            <a:r>
              <a:rPr lang="en-US" sz="1600" i="1" dirty="0">
                <a:latin typeface="Aptos" panose="020B0004020202020204" pitchFamily="34" charset="0"/>
              </a:rPr>
              <a:t>We are a boutique consultancy. We know we’re at our best when we provide a lot of service to a few clients rather than providing light service to a lot of clients. If we do not have the bandwidth to tackle your needs, we are honest about it. Time is money, and we won’t waste yours.</a:t>
            </a:r>
          </a:p>
        </p:txBody>
      </p:sp>
      <p:sp>
        <p:nvSpPr>
          <p:cNvPr id="25" name="TextBox 24">
            <a:extLst>
              <a:ext uri="{FF2B5EF4-FFF2-40B4-BE49-F238E27FC236}">
                <a16:creationId xmlns:a16="http://schemas.microsoft.com/office/drawing/2014/main" id="{41A4C77B-A046-388C-8568-17B570E03BC9}"/>
              </a:ext>
            </a:extLst>
          </p:cNvPr>
          <p:cNvSpPr txBox="1"/>
          <p:nvPr/>
        </p:nvSpPr>
        <p:spPr>
          <a:xfrm>
            <a:off x="1091227" y="9822633"/>
            <a:ext cx="14596791" cy="969496"/>
          </a:xfrm>
          <a:prstGeom prst="rect">
            <a:avLst/>
          </a:prstGeom>
          <a:noFill/>
        </p:spPr>
        <p:txBody>
          <a:bodyPr wrap="square" rtlCol="0">
            <a:spAutoFit/>
          </a:bodyPr>
          <a:lstStyle/>
          <a:p>
            <a:pPr marL="342900" indent="-342900" algn="just">
              <a:spcAft>
                <a:spcPts val="600"/>
              </a:spcAft>
              <a:buFont typeface="Arial" panose="020B0604020202020204" pitchFamily="34" charset="0"/>
              <a:buChar char="•"/>
            </a:pPr>
            <a:r>
              <a:rPr lang="en-US" sz="2000" dirty="0">
                <a:latin typeface="Aptos" panose="020B0004020202020204" pitchFamily="34" charset="0"/>
              </a:rPr>
              <a:t>We do not abuse our client’s hard-earned trust.</a:t>
            </a:r>
          </a:p>
          <a:p>
            <a:pPr algn="just">
              <a:spcAft>
                <a:spcPts val="600"/>
              </a:spcAft>
            </a:pPr>
            <a:r>
              <a:rPr lang="en-US" sz="1600" i="1" dirty="0">
                <a:latin typeface="Aptos" panose="020B0004020202020204" pitchFamily="34" charset="0"/>
              </a:rPr>
              <a:t>No price gouging: Our rates are fair, and our invoices are transparent. Our client’s data, activities, and plans are kept confidential. Our clients are entitled not only to the final product but also to the data and analytics behind it. We make recommendations thoughtfully, just as if it was our company and our money on the line. </a:t>
            </a:r>
          </a:p>
        </p:txBody>
      </p:sp>
      <p:grpSp>
        <p:nvGrpSpPr>
          <p:cNvPr id="2" name="Group 1">
            <a:extLst>
              <a:ext uri="{FF2B5EF4-FFF2-40B4-BE49-F238E27FC236}">
                <a16:creationId xmlns:a16="http://schemas.microsoft.com/office/drawing/2014/main" id="{AB09532D-7B29-653C-F0E0-4267D229A203}"/>
              </a:ext>
            </a:extLst>
          </p:cNvPr>
          <p:cNvGrpSpPr/>
          <p:nvPr/>
        </p:nvGrpSpPr>
        <p:grpSpPr>
          <a:xfrm>
            <a:off x="132202" y="4587261"/>
            <a:ext cx="15603300" cy="2324559"/>
            <a:chOff x="132202" y="4682169"/>
            <a:chExt cx="15603300" cy="2324559"/>
          </a:xfrm>
        </p:grpSpPr>
        <p:sp>
          <p:nvSpPr>
            <p:cNvPr id="17" name="TextBox 16">
              <a:extLst>
                <a:ext uri="{FF2B5EF4-FFF2-40B4-BE49-F238E27FC236}">
                  <a16:creationId xmlns:a16="http://schemas.microsoft.com/office/drawing/2014/main" id="{FA9228C5-BF25-91EF-8844-AFA7672D2457}"/>
                </a:ext>
              </a:extLst>
            </p:cNvPr>
            <p:cNvSpPr txBox="1"/>
            <p:nvPr/>
          </p:nvSpPr>
          <p:spPr>
            <a:xfrm>
              <a:off x="137021" y="4844174"/>
              <a:ext cx="3108960" cy="1800493"/>
            </a:xfrm>
            <a:prstGeom prst="rect">
              <a:avLst/>
            </a:prstGeom>
            <a:noFill/>
          </p:spPr>
          <p:txBody>
            <a:bodyPr wrap="square">
              <a:spAutoFit/>
            </a:bodyPr>
            <a:lstStyle/>
            <a:p>
              <a:pPr algn="ctr"/>
              <a:r>
                <a:rPr lang="en-US" sz="1200" b="1" i="0" u="none" strike="noStrike" baseline="0" dirty="0">
                  <a:latin typeface="CIDFont+F1"/>
                </a:rPr>
                <a:t>Exploration</a:t>
              </a:r>
            </a:p>
            <a:p>
              <a:pPr marL="171450" indent="-171450" algn="l">
                <a:buFont typeface="Wingdings" panose="05000000000000000000" pitchFamily="2" charset="2"/>
                <a:buChar char="§"/>
              </a:pPr>
              <a:r>
                <a:rPr lang="en-US" sz="1100" b="0" i="0" u="none" strike="noStrike" baseline="0" dirty="0">
                  <a:solidFill>
                    <a:srgbClr val="1A567B"/>
                  </a:solidFill>
                  <a:latin typeface="CIDFont+F2"/>
                </a:rPr>
                <a:t>Integrated multidisciplinary play and prospect evaluation</a:t>
              </a:r>
            </a:p>
            <a:p>
              <a:pPr marL="171450" indent="-171450" algn="l">
                <a:buFont typeface="Wingdings" panose="05000000000000000000" pitchFamily="2" charset="2"/>
                <a:buChar char="§"/>
              </a:pPr>
              <a:r>
                <a:rPr lang="en-US" sz="1100" b="0" i="0" u="none" strike="noStrike" baseline="0" dirty="0">
                  <a:solidFill>
                    <a:srgbClr val="1A567B"/>
                  </a:solidFill>
                  <a:latin typeface="CIDFont+F2"/>
                </a:rPr>
                <a:t>Prospect to regional reservoir and structural characterization</a:t>
              </a:r>
            </a:p>
            <a:p>
              <a:pPr marL="171450" indent="-171450" algn="l">
                <a:buFont typeface="Wingdings" panose="05000000000000000000" pitchFamily="2" charset="2"/>
                <a:buChar char="§"/>
              </a:pPr>
              <a:r>
                <a:rPr lang="en-US" sz="1100" b="0" i="0" u="none" strike="noStrike" baseline="0" dirty="0">
                  <a:solidFill>
                    <a:srgbClr val="1A567B"/>
                  </a:solidFill>
                  <a:latin typeface="CIDFont+F2"/>
                </a:rPr>
                <a:t>Seismic and attribute analysis interpretation</a:t>
              </a:r>
            </a:p>
            <a:p>
              <a:pPr marL="171450" indent="-171450" algn="l">
                <a:buFont typeface="Wingdings" panose="05000000000000000000" pitchFamily="2" charset="2"/>
                <a:buChar char="§"/>
              </a:pPr>
              <a:r>
                <a:rPr lang="en-US" sz="1100" b="0" i="0" u="none" strike="noStrike" baseline="0" dirty="0">
                  <a:solidFill>
                    <a:srgbClr val="1A567B"/>
                  </a:solidFill>
                  <a:latin typeface="CIDFont+F2"/>
                </a:rPr>
                <a:t>Well log petrophysics and pay estimation</a:t>
              </a:r>
            </a:p>
            <a:p>
              <a:pPr marL="171450" indent="-171450" algn="l">
                <a:buFont typeface="Wingdings" panose="05000000000000000000" pitchFamily="2" charset="2"/>
                <a:buChar char="§"/>
              </a:pPr>
              <a:r>
                <a:rPr lang="en-US" sz="1100" b="0" i="0" u="none" strike="noStrike" baseline="0" dirty="0">
                  <a:solidFill>
                    <a:srgbClr val="1A567B"/>
                  </a:solidFill>
                  <a:latin typeface="CIDFont+F2"/>
                </a:rPr>
                <a:t>Geological and economic risk assessment</a:t>
              </a:r>
            </a:p>
            <a:p>
              <a:pPr marL="171450" indent="-171450" algn="l">
                <a:buFont typeface="Wingdings" panose="05000000000000000000" pitchFamily="2" charset="2"/>
                <a:buChar char="§"/>
              </a:pPr>
              <a:r>
                <a:rPr lang="en-US" sz="1100" b="0" i="0" u="none" strike="noStrike" baseline="0" dirty="0">
                  <a:solidFill>
                    <a:srgbClr val="1A567B"/>
                  </a:solidFill>
                  <a:latin typeface="CIDFont+F2"/>
                </a:rPr>
                <a:t>Exploration economics and decision tree analyses</a:t>
              </a:r>
            </a:p>
          </p:txBody>
        </p:sp>
        <p:sp>
          <p:nvSpPr>
            <p:cNvPr id="18" name="TextBox 17">
              <a:extLst>
                <a:ext uri="{FF2B5EF4-FFF2-40B4-BE49-F238E27FC236}">
                  <a16:creationId xmlns:a16="http://schemas.microsoft.com/office/drawing/2014/main" id="{B6E9A3E2-95F9-0219-7003-783EB67650F2}"/>
                </a:ext>
              </a:extLst>
            </p:cNvPr>
            <p:cNvSpPr txBox="1"/>
            <p:nvPr/>
          </p:nvSpPr>
          <p:spPr>
            <a:xfrm>
              <a:off x="3259401" y="4844174"/>
              <a:ext cx="3108960" cy="1969770"/>
            </a:xfrm>
            <a:prstGeom prst="rect">
              <a:avLst/>
            </a:prstGeom>
            <a:noFill/>
          </p:spPr>
          <p:txBody>
            <a:bodyPr wrap="square">
              <a:spAutoFit/>
            </a:bodyPr>
            <a:lstStyle/>
            <a:p>
              <a:pPr algn="ctr"/>
              <a:r>
                <a:rPr lang="en-US" sz="1200" b="1" dirty="0">
                  <a:latin typeface="CIDFont+F1"/>
                </a:rPr>
                <a:t>Development and Production</a:t>
              </a:r>
            </a:p>
            <a:p>
              <a:pPr marL="171450" indent="-171450" algn="l">
                <a:buFont typeface="Wingdings" panose="05000000000000000000" pitchFamily="2" charset="2"/>
                <a:buChar char="§"/>
              </a:pPr>
              <a:r>
                <a:rPr lang="en-US" sz="1100" b="0" i="0" u="none" strike="noStrike" baseline="0" dirty="0">
                  <a:solidFill>
                    <a:srgbClr val="1A567B"/>
                  </a:solidFill>
                  <a:latin typeface="CIDFont+F2"/>
                </a:rPr>
                <a:t>Drilling and completion</a:t>
              </a:r>
            </a:p>
            <a:p>
              <a:pPr marL="171450" indent="-171450" algn="l">
                <a:buFont typeface="Wingdings" panose="05000000000000000000" pitchFamily="2" charset="2"/>
                <a:buChar char="§"/>
              </a:pPr>
              <a:r>
                <a:rPr lang="en-US" sz="1100" b="0" i="0" u="none" strike="noStrike" baseline="0" dirty="0">
                  <a:solidFill>
                    <a:srgbClr val="1A567B"/>
                  </a:solidFill>
                  <a:latin typeface="CIDFont+F2"/>
                </a:rPr>
                <a:t>Integrated reservoir characterization</a:t>
              </a:r>
            </a:p>
            <a:p>
              <a:pPr marL="171450" indent="-171450" algn="l">
                <a:buFont typeface="Wingdings" panose="05000000000000000000" pitchFamily="2" charset="2"/>
                <a:buChar char="§"/>
              </a:pPr>
              <a:r>
                <a:rPr lang="en-US" sz="1100" b="0" i="0" u="none" strike="noStrike" baseline="0" dirty="0">
                  <a:solidFill>
                    <a:srgbClr val="1A567B"/>
                  </a:solidFill>
                  <a:latin typeface="CIDFont+F2"/>
                </a:rPr>
                <a:t>Development, infill, and workover locations, proposals, and audits</a:t>
              </a:r>
            </a:p>
            <a:p>
              <a:pPr marL="171450" indent="-171450" algn="l">
                <a:buFont typeface="Wingdings" panose="05000000000000000000" pitchFamily="2" charset="2"/>
                <a:buChar char="§"/>
              </a:pPr>
              <a:r>
                <a:rPr lang="en-US" sz="1100" b="0" i="0" u="none" strike="noStrike" baseline="0" dirty="0">
                  <a:solidFill>
                    <a:srgbClr val="1A567B"/>
                  </a:solidFill>
                  <a:latin typeface="CIDFont+F2"/>
                </a:rPr>
                <a:t>Decline curve analysis reserves classification and auditing</a:t>
              </a:r>
            </a:p>
            <a:p>
              <a:pPr marL="171450" indent="-171450" algn="l">
                <a:buFont typeface="Wingdings" panose="05000000000000000000" pitchFamily="2" charset="2"/>
                <a:buChar char="§"/>
              </a:pPr>
              <a:r>
                <a:rPr lang="en-US" sz="1100" b="0" i="0" u="none" strike="noStrike" baseline="0" dirty="0">
                  <a:solidFill>
                    <a:srgbClr val="1A567B"/>
                  </a:solidFill>
                  <a:latin typeface="CIDFont+F2"/>
                </a:rPr>
                <a:t>Development plans, CapEx/OpEx determination and benchmarking</a:t>
              </a:r>
            </a:p>
            <a:p>
              <a:pPr marL="171450" indent="-171450" algn="l">
                <a:buFont typeface="Wingdings" panose="05000000000000000000" pitchFamily="2" charset="2"/>
                <a:buChar char="§"/>
              </a:pPr>
              <a:r>
                <a:rPr lang="en-US" sz="1100" b="0" i="0" u="none" strike="noStrike" baseline="0" dirty="0">
                  <a:solidFill>
                    <a:srgbClr val="1A567B"/>
                  </a:solidFill>
                  <a:latin typeface="CIDFont+F2"/>
                </a:rPr>
                <a:t>Field operations management</a:t>
              </a:r>
            </a:p>
            <a:p>
              <a:pPr marL="171450" indent="-171450" algn="l">
                <a:buFont typeface="Wingdings" panose="05000000000000000000" pitchFamily="2" charset="2"/>
                <a:buChar char="§"/>
              </a:pPr>
              <a:r>
                <a:rPr lang="en-US" sz="1100" b="0" i="0" u="none" strike="noStrike" baseline="0" dirty="0">
                  <a:solidFill>
                    <a:srgbClr val="1A567B"/>
                  </a:solidFill>
                  <a:latin typeface="CIDFont+F2"/>
                </a:rPr>
                <a:t>Production optimization economics</a:t>
              </a:r>
              <a:endParaRPr lang="en-US" sz="1100" dirty="0">
                <a:solidFill>
                  <a:srgbClr val="1A567B"/>
                </a:solidFill>
              </a:endParaRPr>
            </a:p>
          </p:txBody>
        </p:sp>
        <p:sp>
          <p:nvSpPr>
            <p:cNvPr id="19" name="TextBox 18">
              <a:extLst>
                <a:ext uri="{FF2B5EF4-FFF2-40B4-BE49-F238E27FC236}">
                  <a16:creationId xmlns:a16="http://schemas.microsoft.com/office/drawing/2014/main" id="{50962AEC-F956-0604-595C-A6C415255114}"/>
                </a:ext>
              </a:extLst>
            </p:cNvPr>
            <p:cNvSpPr txBox="1"/>
            <p:nvPr/>
          </p:nvSpPr>
          <p:spPr>
            <a:xfrm>
              <a:off x="9504161" y="4844174"/>
              <a:ext cx="3108960" cy="1123384"/>
            </a:xfrm>
            <a:prstGeom prst="rect">
              <a:avLst/>
            </a:prstGeom>
            <a:noFill/>
          </p:spPr>
          <p:txBody>
            <a:bodyPr wrap="square">
              <a:spAutoFit/>
            </a:bodyPr>
            <a:lstStyle/>
            <a:p>
              <a:pPr algn="ctr"/>
              <a:r>
                <a:rPr lang="en-US" sz="1200" b="1" dirty="0">
                  <a:latin typeface="CIDFont+F1"/>
                </a:rPr>
                <a:t>Data Analytics</a:t>
              </a:r>
            </a:p>
            <a:p>
              <a:pPr marL="171450" indent="-171450" algn="l">
                <a:buFont typeface="Wingdings" panose="05000000000000000000" pitchFamily="2" charset="2"/>
                <a:buChar char="§"/>
              </a:pPr>
              <a:r>
                <a:rPr lang="en-US" sz="1100" b="0" i="0" u="none" strike="noStrike" baseline="0" dirty="0">
                  <a:solidFill>
                    <a:srgbClr val="1A567B"/>
                  </a:solidFill>
                  <a:latin typeface="CIDFont+F2"/>
                </a:rPr>
                <a:t>Cost-effective hardcopy/raster data conversion to standardized digital format</a:t>
              </a:r>
            </a:p>
            <a:p>
              <a:pPr marL="171450" indent="-171450" algn="l">
                <a:buFont typeface="Wingdings" panose="05000000000000000000" pitchFamily="2" charset="2"/>
                <a:buChar char="§"/>
              </a:pPr>
              <a:r>
                <a:rPr lang="en-US" sz="1100" b="0" i="0" u="none" strike="noStrike" baseline="0" dirty="0">
                  <a:solidFill>
                    <a:srgbClr val="1A567B"/>
                  </a:solidFill>
                  <a:latin typeface="CIDFont+F2"/>
                </a:rPr>
                <a:t>Capture and transform oilfield data into business problem solving tools</a:t>
              </a:r>
            </a:p>
            <a:p>
              <a:pPr marL="171450" indent="-171450" algn="l">
                <a:buFont typeface="Wingdings" panose="05000000000000000000" pitchFamily="2" charset="2"/>
                <a:buChar char="§"/>
              </a:pPr>
              <a:r>
                <a:rPr lang="en-US" sz="1100" b="0" i="0" u="none" strike="noStrike" baseline="0" dirty="0">
                  <a:solidFill>
                    <a:srgbClr val="1A567B"/>
                  </a:solidFill>
                  <a:latin typeface="CIDFont+F2"/>
                </a:rPr>
                <a:t>Full-range GIS services</a:t>
              </a:r>
              <a:endParaRPr lang="en-US" sz="1100" dirty="0">
                <a:solidFill>
                  <a:srgbClr val="1A567B"/>
                </a:solidFill>
              </a:endParaRPr>
            </a:p>
          </p:txBody>
        </p:sp>
        <p:sp>
          <p:nvSpPr>
            <p:cNvPr id="20" name="TextBox 19">
              <a:extLst>
                <a:ext uri="{FF2B5EF4-FFF2-40B4-BE49-F238E27FC236}">
                  <a16:creationId xmlns:a16="http://schemas.microsoft.com/office/drawing/2014/main" id="{1CFE8A9F-45A5-4A4E-4FA8-924A2DEB8DDE}"/>
                </a:ext>
              </a:extLst>
            </p:cNvPr>
            <p:cNvSpPr txBox="1"/>
            <p:nvPr/>
          </p:nvSpPr>
          <p:spPr>
            <a:xfrm>
              <a:off x="12626542" y="4844174"/>
              <a:ext cx="3108960" cy="1631216"/>
            </a:xfrm>
            <a:prstGeom prst="rect">
              <a:avLst/>
            </a:prstGeom>
            <a:noFill/>
          </p:spPr>
          <p:txBody>
            <a:bodyPr wrap="square">
              <a:spAutoFit/>
            </a:bodyPr>
            <a:lstStyle/>
            <a:p>
              <a:pPr algn="ctr"/>
              <a:r>
                <a:rPr lang="en-US" sz="1200" b="1" dirty="0">
                  <a:latin typeface="CIDFont+F1"/>
                </a:rPr>
                <a:t>Strategy and Portfolio</a:t>
              </a:r>
            </a:p>
            <a:p>
              <a:pPr marL="171450" indent="-171450" algn="l">
                <a:buFont typeface="Wingdings" panose="05000000000000000000" pitchFamily="2" charset="2"/>
                <a:buChar char="§"/>
              </a:pPr>
              <a:r>
                <a:rPr lang="en-US" sz="1100" b="0" i="0" u="none" strike="noStrike" baseline="0" dirty="0">
                  <a:solidFill>
                    <a:srgbClr val="1A567B"/>
                  </a:solidFill>
                  <a:latin typeface="CIDFont+F2"/>
                </a:rPr>
                <a:t>Corporate growth strategy, gap identification</a:t>
              </a:r>
            </a:p>
            <a:p>
              <a:pPr marL="171450" indent="-171450" algn="l">
                <a:buFont typeface="Wingdings" panose="05000000000000000000" pitchFamily="2" charset="2"/>
                <a:buChar char="§"/>
              </a:pPr>
              <a:r>
                <a:rPr lang="en-US" sz="1100" b="0" i="0" u="none" strike="noStrike" baseline="0" dirty="0">
                  <a:solidFill>
                    <a:srgbClr val="1A567B"/>
                  </a:solidFill>
                  <a:latin typeface="CIDFont+F2"/>
                </a:rPr>
                <a:t>Exploration portfolio analyses, risk, high-grading and valuation, farmin/farmout strategy and structuring</a:t>
              </a:r>
            </a:p>
            <a:p>
              <a:pPr marL="171450" indent="-171450" algn="l">
                <a:buFont typeface="Wingdings" panose="05000000000000000000" pitchFamily="2" charset="2"/>
                <a:buChar char="§"/>
              </a:pPr>
              <a:r>
                <a:rPr lang="en-US" sz="1100" b="0" i="0" u="none" strike="noStrike" baseline="0" dirty="0">
                  <a:solidFill>
                    <a:srgbClr val="1A567B"/>
                  </a:solidFill>
                  <a:latin typeface="CIDFont+F2"/>
                </a:rPr>
                <a:t>Production portfolio analyses and valuation, realignment, rationalization, and growth</a:t>
              </a:r>
            </a:p>
            <a:p>
              <a:pPr marL="171450" indent="-171450" algn="l">
                <a:buFont typeface="Wingdings" panose="05000000000000000000" pitchFamily="2" charset="2"/>
                <a:buChar char="§"/>
              </a:pPr>
              <a:r>
                <a:rPr lang="en-US" sz="1100" b="0" i="0" u="none" strike="noStrike" baseline="0" dirty="0">
                  <a:solidFill>
                    <a:srgbClr val="1A567B"/>
                  </a:solidFill>
                  <a:latin typeface="CIDFont+F2"/>
                </a:rPr>
                <a:t>High-grading of investment opportunities, and capital strategy</a:t>
              </a:r>
              <a:endParaRPr lang="en-US" sz="1100" dirty="0">
                <a:solidFill>
                  <a:srgbClr val="1A567B"/>
                </a:solidFill>
              </a:endParaRPr>
            </a:p>
          </p:txBody>
        </p:sp>
        <p:sp>
          <p:nvSpPr>
            <p:cNvPr id="21" name="TextBox 20">
              <a:extLst>
                <a:ext uri="{FF2B5EF4-FFF2-40B4-BE49-F238E27FC236}">
                  <a16:creationId xmlns:a16="http://schemas.microsoft.com/office/drawing/2014/main" id="{22CA2227-0278-BDE1-56F6-F75A0C44AA56}"/>
                </a:ext>
              </a:extLst>
            </p:cNvPr>
            <p:cNvSpPr txBox="1"/>
            <p:nvPr/>
          </p:nvSpPr>
          <p:spPr>
            <a:xfrm>
              <a:off x="6381781" y="4844174"/>
              <a:ext cx="3108960" cy="2000548"/>
            </a:xfrm>
            <a:prstGeom prst="rect">
              <a:avLst/>
            </a:prstGeom>
            <a:noFill/>
          </p:spPr>
          <p:txBody>
            <a:bodyPr wrap="square">
              <a:spAutoFit/>
            </a:bodyPr>
            <a:lstStyle/>
            <a:p>
              <a:pPr algn="ctr"/>
              <a:r>
                <a:rPr lang="en-US" sz="1200" b="1" dirty="0">
                  <a:latin typeface="CIDFont+F1"/>
                </a:rPr>
                <a:t>M&amp;A&amp;D Consulting to Companies, Private Equity and Support to Banks, Law Firms and Accountancies</a:t>
              </a:r>
            </a:p>
            <a:p>
              <a:pPr marL="171450" indent="-171450" algn="l">
                <a:buFont typeface="Wingdings" panose="05000000000000000000" pitchFamily="2" charset="2"/>
                <a:buChar char="§"/>
              </a:pPr>
              <a:r>
                <a:rPr lang="en-US" sz="1100" b="0" i="0" u="none" strike="noStrike" baseline="0" dirty="0">
                  <a:solidFill>
                    <a:srgbClr val="1A567B"/>
                  </a:solidFill>
                  <a:latin typeface="CIDFont+F2"/>
                </a:rPr>
                <a:t>Strategic trends and competitive position analyses</a:t>
              </a:r>
            </a:p>
            <a:p>
              <a:pPr marL="171450" indent="-171450" algn="l">
                <a:buFont typeface="Wingdings" panose="05000000000000000000" pitchFamily="2" charset="2"/>
                <a:buChar char="§"/>
              </a:pPr>
              <a:r>
                <a:rPr lang="en-US" sz="1100" b="0" i="0" u="none" strike="noStrike" baseline="0" dirty="0">
                  <a:solidFill>
                    <a:srgbClr val="1A567B"/>
                  </a:solidFill>
                  <a:latin typeface="CIDFont+F2"/>
                </a:rPr>
                <a:t>Technical and commercial due diligence</a:t>
              </a:r>
            </a:p>
            <a:p>
              <a:pPr marL="171450" indent="-171450" algn="l">
                <a:buFont typeface="Wingdings" panose="05000000000000000000" pitchFamily="2" charset="2"/>
                <a:buChar char="§"/>
              </a:pPr>
              <a:r>
                <a:rPr lang="en-US" sz="1100" b="0" i="0" u="none" strike="noStrike" baseline="0" dirty="0">
                  <a:solidFill>
                    <a:srgbClr val="1A567B"/>
                  </a:solidFill>
                  <a:latin typeface="CIDFont+F2"/>
                </a:rPr>
                <a:t>Independent risked valuations and calibration to benchmarks</a:t>
              </a:r>
            </a:p>
            <a:p>
              <a:pPr marL="171450" indent="-171450" algn="l">
                <a:buFont typeface="Wingdings" panose="05000000000000000000" pitchFamily="2" charset="2"/>
                <a:buChar char="§"/>
              </a:pPr>
              <a:r>
                <a:rPr lang="en-US" sz="1100" dirty="0">
                  <a:solidFill>
                    <a:srgbClr val="1A567B"/>
                  </a:solidFill>
                  <a:latin typeface="CIDFont+F2"/>
                </a:rPr>
                <a:t>Buy-side company liaison in data rooms</a:t>
              </a:r>
            </a:p>
            <a:p>
              <a:pPr marL="171450" indent="-171450" algn="l">
                <a:buFont typeface="Wingdings" panose="05000000000000000000" pitchFamily="2" charset="2"/>
                <a:buChar char="§"/>
              </a:pPr>
              <a:r>
                <a:rPr lang="en-US" sz="1100" dirty="0">
                  <a:solidFill>
                    <a:srgbClr val="1A567B"/>
                  </a:solidFill>
                  <a:latin typeface="CIDFont+F2"/>
                </a:rPr>
                <a:t>Sell-side marketing, including VDR / technical presentation preparation</a:t>
              </a:r>
              <a:endParaRPr lang="en-US" sz="1100" dirty="0">
                <a:solidFill>
                  <a:srgbClr val="1A567B"/>
                </a:solidFill>
              </a:endParaRPr>
            </a:p>
          </p:txBody>
        </p:sp>
        <p:sp>
          <p:nvSpPr>
            <p:cNvPr id="26" name="Rectangle 25">
              <a:extLst>
                <a:ext uri="{FF2B5EF4-FFF2-40B4-BE49-F238E27FC236}">
                  <a16:creationId xmlns:a16="http://schemas.microsoft.com/office/drawing/2014/main" id="{B8D24956-4FB2-4862-9028-B41E96A2FF96}"/>
                </a:ext>
              </a:extLst>
            </p:cNvPr>
            <p:cNvSpPr/>
            <p:nvPr/>
          </p:nvSpPr>
          <p:spPr>
            <a:xfrm>
              <a:off x="132202" y="4682169"/>
              <a:ext cx="15555816" cy="2324559"/>
            </a:xfrm>
            <a:prstGeom prst="rect">
              <a:avLst/>
            </a:prstGeom>
            <a:noFill/>
            <a:ln w="9525">
              <a:solidFill>
                <a:srgbClr val="1A56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8" name="Picture 8" descr="Opificio Font Generator Preview">
              <a:extLst>
                <a:ext uri="{FF2B5EF4-FFF2-40B4-BE49-F238E27FC236}">
                  <a16:creationId xmlns:a16="http://schemas.microsoft.com/office/drawing/2014/main" id="{B5E151DD-8B59-C220-9448-40AF8D7C556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063202" y="6631440"/>
              <a:ext cx="3177826" cy="30175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781949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F91DA65-2298-26CE-7B01-7475429C55EE}"/>
              </a:ext>
            </a:extLst>
          </p:cNvPr>
          <p:cNvSpPr/>
          <p:nvPr/>
        </p:nvSpPr>
        <p:spPr>
          <a:xfrm>
            <a:off x="0" y="0"/>
            <a:ext cx="19202400" cy="589120"/>
          </a:xfrm>
          <a:prstGeom prst="rect">
            <a:avLst/>
          </a:prstGeom>
          <a:solidFill>
            <a:srgbClr val="1A56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p>
        </p:txBody>
      </p:sp>
      <p:pic>
        <p:nvPicPr>
          <p:cNvPr id="5" name="Picture 4" descr="A blue and black globe with a white background&#10;&#10;AI-generated content may be incorrect.">
            <a:extLst>
              <a:ext uri="{FF2B5EF4-FFF2-40B4-BE49-F238E27FC236}">
                <a16:creationId xmlns:a16="http://schemas.microsoft.com/office/drawing/2014/main" id="{E8491414-A896-6DBB-74AA-A4BA05CE3E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219" y="10208256"/>
            <a:ext cx="566113" cy="685233"/>
          </a:xfrm>
          <a:prstGeom prst="rect">
            <a:avLst/>
          </a:prstGeom>
        </p:spPr>
      </p:pic>
      <p:pic>
        <p:nvPicPr>
          <p:cNvPr id="10" name="Picture 9">
            <a:extLst>
              <a:ext uri="{FF2B5EF4-FFF2-40B4-BE49-F238E27FC236}">
                <a16:creationId xmlns:a16="http://schemas.microsoft.com/office/drawing/2014/main" id="{BCE45B5F-1F3B-C110-B480-5273FD9FCF00}"/>
              </a:ext>
            </a:extLst>
          </p:cNvPr>
          <p:cNvPicPr>
            <a:picLocks/>
          </p:cNvPicPr>
          <p:nvPr/>
        </p:nvPicPr>
        <p:blipFill>
          <a:blip r:embed="rId3"/>
          <a:stretch>
            <a:fillRect/>
          </a:stretch>
        </p:blipFill>
        <p:spPr>
          <a:xfrm>
            <a:off x="9867948" y="1290162"/>
            <a:ext cx="8101775" cy="9534525"/>
          </a:xfrm>
          <a:prstGeom prst="rect">
            <a:avLst/>
          </a:prstGeom>
          <a:ln w="12700">
            <a:solidFill>
              <a:srgbClr val="1A567B"/>
            </a:solidFill>
          </a:ln>
          <a:effectLst>
            <a:outerShdw blurRad="50800" dist="38100" dir="2700000" algn="tl" rotWithShape="0">
              <a:prstClr val="black">
                <a:alpha val="40000"/>
              </a:prstClr>
            </a:outerShdw>
          </a:effectLst>
        </p:spPr>
      </p:pic>
      <p:pic>
        <p:nvPicPr>
          <p:cNvPr id="12" name="Picture 11">
            <a:extLst>
              <a:ext uri="{FF2B5EF4-FFF2-40B4-BE49-F238E27FC236}">
                <a16:creationId xmlns:a16="http://schemas.microsoft.com/office/drawing/2014/main" id="{F1BBB508-67E0-9B88-0CA0-25ABF67A827C}"/>
              </a:ext>
            </a:extLst>
          </p:cNvPr>
          <p:cNvPicPr>
            <a:picLocks noChangeAspect="1"/>
          </p:cNvPicPr>
          <p:nvPr/>
        </p:nvPicPr>
        <p:blipFill>
          <a:blip r:embed="rId4"/>
          <a:stretch>
            <a:fillRect/>
          </a:stretch>
        </p:blipFill>
        <p:spPr>
          <a:xfrm>
            <a:off x="1232677" y="1290162"/>
            <a:ext cx="8054542" cy="9534525"/>
          </a:xfrm>
          <a:prstGeom prst="rect">
            <a:avLst/>
          </a:prstGeom>
          <a:ln w="12700">
            <a:solidFill>
              <a:srgbClr val="1A567B"/>
            </a:solid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98A733B2-32C6-4864-BC19-6321323B14DB}"/>
              </a:ext>
            </a:extLst>
          </p:cNvPr>
          <p:cNvSpPr txBox="1"/>
          <p:nvPr/>
        </p:nvSpPr>
        <p:spPr>
          <a:xfrm>
            <a:off x="1132390" y="754975"/>
            <a:ext cx="7091621" cy="369332"/>
          </a:xfrm>
          <a:prstGeom prst="rect">
            <a:avLst/>
          </a:prstGeom>
          <a:noFill/>
        </p:spPr>
        <p:txBody>
          <a:bodyPr wrap="none" rtlCol="0">
            <a:spAutoFit/>
          </a:bodyPr>
          <a:lstStyle/>
          <a:p>
            <a:r>
              <a:rPr lang="en-US" b="1" dirty="0">
                <a:solidFill>
                  <a:srgbClr val="C00000"/>
                </a:solidFill>
                <a:effectLst>
                  <a:outerShdw blurRad="38100" dist="38100" dir="2700000" algn="tl">
                    <a:srgbClr val="000000">
                      <a:alpha val="43137"/>
                    </a:srgbClr>
                  </a:outerShdw>
                </a:effectLst>
              </a:rPr>
              <a:t>Over 90 buyer-side and seller-side technical evaluations since inception. </a:t>
            </a:r>
          </a:p>
        </p:txBody>
      </p:sp>
      <p:pic>
        <p:nvPicPr>
          <p:cNvPr id="2050" name="Picture 2" descr="Opificio Font Generator Preview">
            <a:extLst>
              <a:ext uri="{FF2B5EF4-FFF2-40B4-BE49-F238E27FC236}">
                <a16:creationId xmlns:a16="http://schemas.microsoft.com/office/drawing/2014/main" id="{ADCB192A-FF92-52A9-05D4-57DEBC6C20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897" y="82889"/>
            <a:ext cx="10588752" cy="40843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487F360-157D-0A87-B868-F7DC0429EF25}"/>
              </a:ext>
            </a:extLst>
          </p:cNvPr>
          <p:cNvSpPr txBox="1"/>
          <p:nvPr/>
        </p:nvSpPr>
        <p:spPr>
          <a:xfrm>
            <a:off x="9767659" y="754975"/>
            <a:ext cx="8356583" cy="369332"/>
          </a:xfrm>
          <a:prstGeom prst="rect">
            <a:avLst/>
          </a:prstGeom>
          <a:noFill/>
        </p:spPr>
        <p:txBody>
          <a:bodyPr wrap="none" rtlCol="0">
            <a:spAutoFit/>
          </a:bodyPr>
          <a:lstStyle>
            <a:defPPr>
              <a:defRPr lang="en-US"/>
            </a:defPPr>
            <a:lvl1pPr>
              <a:defRPr b="1">
                <a:solidFill>
                  <a:srgbClr val="C00000"/>
                </a:solidFill>
                <a:effectLst>
                  <a:outerShdw blurRad="38100" dist="38100" dir="2700000" algn="tl">
                    <a:srgbClr val="000000">
                      <a:alpha val="43137"/>
                    </a:srgbClr>
                  </a:outerShdw>
                </a:effectLst>
              </a:defRPr>
            </a:lvl1pPr>
          </a:lstStyle>
          <a:p>
            <a:r>
              <a:rPr lang="en-US" dirty="0"/>
              <a:t>From quick-look appraisals to comprehensive reservoir characterization and valuation.</a:t>
            </a:r>
          </a:p>
        </p:txBody>
      </p:sp>
    </p:spTree>
    <p:extLst>
      <p:ext uri="{BB962C8B-B14F-4D97-AF65-F5344CB8AC3E}">
        <p14:creationId xmlns:p14="http://schemas.microsoft.com/office/powerpoint/2010/main" val="3961993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1977A-00F4-E1D0-5836-335CF7F69B03}"/>
            </a:ext>
          </a:extLst>
        </p:cNvPr>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704044E6-CABB-FE06-EED3-1EC5F91D3790}"/>
              </a:ext>
            </a:extLst>
          </p:cNvPr>
          <p:cNvCxnSpPr>
            <a:cxnSpLocks/>
          </p:cNvCxnSpPr>
          <p:nvPr/>
        </p:nvCxnSpPr>
        <p:spPr>
          <a:xfrm>
            <a:off x="788697" y="9400674"/>
            <a:ext cx="91440" cy="0"/>
          </a:xfrm>
          <a:prstGeom prst="line">
            <a:avLst/>
          </a:prstGeom>
          <a:noFill/>
          <a:ln w="22225" cap="rnd">
            <a:solidFill>
              <a:schemeClr val="bg1">
                <a:lumMod val="95000"/>
              </a:schemeClr>
            </a:solidFill>
            <a:round/>
            <a:extLst>
              <a:ext uri="{C807C97D-BFC1-408E-A445-0C87EB9F89A2}">
                <ask:lineSketchStyleProps xmlns:ask="http://schemas.microsoft.com/office/drawing/2018/sketchyshapes" sd="1219033472">
                  <a:custGeom>
                    <a:avLst/>
                    <a:gdLst>
                      <a:gd name="connsiteX0" fmla="*/ 0 w 10355580"/>
                      <a:gd name="connsiteY0" fmla="*/ 4701540 h 4804410"/>
                      <a:gd name="connsiteX1" fmla="*/ 87630 w 10355580"/>
                      <a:gd name="connsiteY1" fmla="*/ 4168140 h 4804410"/>
                      <a:gd name="connsiteX2" fmla="*/ 140970 w 10355580"/>
                      <a:gd name="connsiteY2" fmla="*/ 2670810 h 4804410"/>
                      <a:gd name="connsiteX3" fmla="*/ 175260 w 10355580"/>
                      <a:gd name="connsiteY3" fmla="*/ 1489710 h 4804410"/>
                      <a:gd name="connsiteX4" fmla="*/ 182880 w 10355580"/>
                      <a:gd name="connsiteY4" fmla="*/ 769620 h 4804410"/>
                      <a:gd name="connsiteX5" fmla="*/ 209550 w 10355580"/>
                      <a:gd name="connsiteY5" fmla="*/ 0 h 4804410"/>
                      <a:gd name="connsiteX6" fmla="*/ 274320 w 10355580"/>
                      <a:gd name="connsiteY6" fmla="*/ 815340 h 4804410"/>
                      <a:gd name="connsiteX7" fmla="*/ 335280 w 10355580"/>
                      <a:gd name="connsiteY7" fmla="*/ 2682240 h 4804410"/>
                      <a:gd name="connsiteX8" fmla="*/ 396240 w 10355580"/>
                      <a:gd name="connsiteY8" fmla="*/ 3505200 h 4804410"/>
                      <a:gd name="connsiteX9" fmla="*/ 472440 w 10355580"/>
                      <a:gd name="connsiteY9" fmla="*/ 2465070 h 4804410"/>
                      <a:gd name="connsiteX10" fmla="*/ 529590 w 10355580"/>
                      <a:gd name="connsiteY10" fmla="*/ 2465070 h 4804410"/>
                      <a:gd name="connsiteX11" fmla="*/ 598170 w 10355580"/>
                      <a:gd name="connsiteY11" fmla="*/ 2125980 h 4804410"/>
                      <a:gd name="connsiteX12" fmla="*/ 666750 w 10355580"/>
                      <a:gd name="connsiteY12" fmla="*/ 1554480 h 4804410"/>
                      <a:gd name="connsiteX13" fmla="*/ 731520 w 10355580"/>
                      <a:gd name="connsiteY13" fmla="*/ 2145030 h 4804410"/>
                      <a:gd name="connsiteX14" fmla="*/ 788670 w 10355580"/>
                      <a:gd name="connsiteY14" fmla="*/ 3684270 h 4804410"/>
                      <a:gd name="connsiteX15" fmla="*/ 864870 w 10355580"/>
                      <a:gd name="connsiteY15" fmla="*/ 4171950 h 4804410"/>
                      <a:gd name="connsiteX16" fmla="*/ 918210 w 10355580"/>
                      <a:gd name="connsiteY16" fmla="*/ 3992880 h 4804410"/>
                      <a:gd name="connsiteX17" fmla="*/ 986790 w 10355580"/>
                      <a:gd name="connsiteY17" fmla="*/ 2804160 h 4804410"/>
                      <a:gd name="connsiteX18" fmla="*/ 1059180 w 10355580"/>
                      <a:gd name="connsiteY18" fmla="*/ 2933700 h 4804410"/>
                      <a:gd name="connsiteX19" fmla="*/ 1120140 w 10355580"/>
                      <a:gd name="connsiteY19" fmla="*/ 4011930 h 4804410"/>
                      <a:gd name="connsiteX20" fmla="*/ 1184910 w 10355580"/>
                      <a:gd name="connsiteY20" fmla="*/ 4293870 h 4804410"/>
                      <a:gd name="connsiteX21" fmla="*/ 1261110 w 10355580"/>
                      <a:gd name="connsiteY21" fmla="*/ 4251960 h 4804410"/>
                      <a:gd name="connsiteX22" fmla="*/ 1371600 w 10355580"/>
                      <a:gd name="connsiteY22" fmla="*/ 4423410 h 4804410"/>
                      <a:gd name="connsiteX23" fmla="*/ 1443990 w 10355580"/>
                      <a:gd name="connsiteY23" fmla="*/ 4160520 h 4804410"/>
                      <a:gd name="connsiteX24" fmla="*/ 1516380 w 10355580"/>
                      <a:gd name="connsiteY24" fmla="*/ 4290060 h 4804410"/>
                      <a:gd name="connsiteX25" fmla="*/ 1573530 w 10355580"/>
                      <a:gd name="connsiteY25" fmla="*/ 4240530 h 4804410"/>
                      <a:gd name="connsiteX26" fmla="*/ 1642110 w 10355580"/>
                      <a:gd name="connsiteY26" fmla="*/ 4450080 h 4804410"/>
                      <a:gd name="connsiteX27" fmla="*/ 1703070 w 10355580"/>
                      <a:gd name="connsiteY27" fmla="*/ 4472940 h 4804410"/>
                      <a:gd name="connsiteX28" fmla="*/ 1764030 w 10355580"/>
                      <a:gd name="connsiteY28" fmla="*/ 4236720 h 4804410"/>
                      <a:gd name="connsiteX29" fmla="*/ 1828800 w 10355580"/>
                      <a:gd name="connsiteY29" fmla="*/ 4194810 h 4804410"/>
                      <a:gd name="connsiteX30" fmla="*/ 1897380 w 10355580"/>
                      <a:gd name="connsiteY30" fmla="*/ 4248150 h 4804410"/>
                      <a:gd name="connsiteX31" fmla="*/ 1958340 w 10355580"/>
                      <a:gd name="connsiteY31" fmla="*/ 4503420 h 4804410"/>
                      <a:gd name="connsiteX32" fmla="*/ 2026920 w 10355580"/>
                      <a:gd name="connsiteY32" fmla="*/ 4610100 h 4804410"/>
                      <a:gd name="connsiteX33" fmla="*/ 2080260 w 10355580"/>
                      <a:gd name="connsiteY33" fmla="*/ 4530090 h 4804410"/>
                      <a:gd name="connsiteX34" fmla="*/ 2152650 w 10355580"/>
                      <a:gd name="connsiteY34" fmla="*/ 4240530 h 4804410"/>
                      <a:gd name="connsiteX35" fmla="*/ 2225040 w 10355580"/>
                      <a:gd name="connsiteY35" fmla="*/ 3577590 h 4804410"/>
                      <a:gd name="connsiteX36" fmla="*/ 2289810 w 10355580"/>
                      <a:gd name="connsiteY36" fmla="*/ 3806190 h 4804410"/>
                      <a:gd name="connsiteX37" fmla="*/ 2350770 w 10355580"/>
                      <a:gd name="connsiteY37" fmla="*/ 4263390 h 4804410"/>
                      <a:gd name="connsiteX38" fmla="*/ 2430780 w 10355580"/>
                      <a:gd name="connsiteY38" fmla="*/ 4122420 h 4804410"/>
                      <a:gd name="connsiteX39" fmla="*/ 2484120 w 10355580"/>
                      <a:gd name="connsiteY39" fmla="*/ 3676650 h 4804410"/>
                      <a:gd name="connsiteX40" fmla="*/ 2560320 w 10355580"/>
                      <a:gd name="connsiteY40" fmla="*/ 3798570 h 4804410"/>
                      <a:gd name="connsiteX41" fmla="*/ 2625090 w 10355580"/>
                      <a:gd name="connsiteY41" fmla="*/ 4107180 h 4804410"/>
                      <a:gd name="connsiteX42" fmla="*/ 2682240 w 10355580"/>
                      <a:gd name="connsiteY42" fmla="*/ 4293870 h 4804410"/>
                      <a:gd name="connsiteX43" fmla="*/ 2750820 w 10355580"/>
                      <a:gd name="connsiteY43" fmla="*/ 4187190 h 4804410"/>
                      <a:gd name="connsiteX44" fmla="*/ 2819400 w 10355580"/>
                      <a:gd name="connsiteY44" fmla="*/ 4282440 h 4804410"/>
                      <a:gd name="connsiteX45" fmla="*/ 2872740 w 10355580"/>
                      <a:gd name="connsiteY45" fmla="*/ 4541520 h 4804410"/>
                      <a:gd name="connsiteX46" fmla="*/ 2945130 w 10355580"/>
                      <a:gd name="connsiteY46" fmla="*/ 4419600 h 4804410"/>
                      <a:gd name="connsiteX47" fmla="*/ 3013710 w 10355580"/>
                      <a:gd name="connsiteY47" fmla="*/ 4461510 h 4804410"/>
                      <a:gd name="connsiteX48" fmla="*/ 3070860 w 10355580"/>
                      <a:gd name="connsiteY48" fmla="*/ 4423410 h 4804410"/>
                      <a:gd name="connsiteX49" fmla="*/ 3150870 w 10355580"/>
                      <a:gd name="connsiteY49" fmla="*/ 4450080 h 4804410"/>
                      <a:gd name="connsiteX50" fmla="*/ 3211830 w 10355580"/>
                      <a:gd name="connsiteY50" fmla="*/ 4587240 h 4804410"/>
                      <a:gd name="connsiteX51" fmla="*/ 3276600 w 10355580"/>
                      <a:gd name="connsiteY51" fmla="*/ 4575810 h 4804410"/>
                      <a:gd name="connsiteX52" fmla="*/ 3337560 w 10355580"/>
                      <a:gd name="connsiteY52" fmla="*/ 4465320 h 4804410"/>
                      <a:gd name="connsiteX53" fmla="*/ 3394710 w 10355580"/>
                      <a:gd name="connsiteY53" fmla="*/ 4271010 h 4804410"/>
                      <a:gd name="connsiteX54" fmla="*/ 3535680 w 10355580"/>
                      <a:gd name="connsiteY54" fmla="*/ 4621530 h 4804410"/>
                      <a:gd name="connsiteX55" fmla="*/ 3596640 w 10355580"/>
                      <a:gd name="connsiteY55" fmla="*/ 4221480 h 4804410"/>
                      <a:gd name="connsiteX56" fmla="*/ 3657600 w 10355580"/>
                      <a:gd name="connsiteY56" fmla="*/ 3981450 h 4804410"/>
                      <a:gd name="connsiteX57" fmla="*/ 3729990 w 10355580"/>
                      <a:gd name="connsiteY57" fmla="*/ 3920490 h 4804410"/>
                      <a:gd name="connsiteX58" fmla="*/ 3798570 w 10355580"/>
                      <a:gd name="connsiteY58" fmla="*/ 4061460 h 4804410"/>
                      <a:gd name="connsiteX59" fmla="*/ 3851910 w 10355580"/>
                      <a:gd name="connsiteY59" fmla="*/ 3672840 h 4804410"/>
                      <a:gd name="connsiteX60" fmla="*/ 3928110 w 10355580"/>
                      <a:gd name="connsiteY60" fmla="*/ 4263390 h 4804410"/>
                      <a:gd name="connsiteX61" fmla="*/ 3977640 w 10355580"/>
                      <a:gd name="connsiteY61" fmla="*/ 4271010 h 4804410"/>
                      <a:gd name="connsiteX62" fmla="*/ 4046220 w 10355580"/>
                      <a:gd name="connsiteY62" fmla="*/ 4434840 h 4804410"/>
                      <a:gd name="connsiteX63" fmla="*/ 4107180 w 10355580"/>
                      <a:gd name="connsiteY63" fmla="*/ 4404360 h 4804410"/>
                      <a:gd name="connsiteX64" fmla="*/ 4171950 w 10355580"/>
                      <a:gd name="connsiteY64" fmla="*/ 4274820 h 4804410"/>
                      <a:gd name="connsiteX65" fmla="*/ 4240530 w 10355580"/>
                      <a:gd name="connsiteY65" fmla="*/ 4164330 h 4804410"/>
                      <a:gd name="connsiteX66" fmla="*/ 4312920 w 10355580"/>
                      <a:gd name="connsiteY66" fmla="*/ 4499610 h 4804410"/>
                      <a:gd name="connsiteX67" fmla="*/ 4381500 w 10355580"/>
                      <a:gd name="connsiteY67" fmla="*/ 4549140 h 4804410"/>
                      <a:gd name="connsiteX68" fmla="*/ 4438650 w 10355580"/>
                      <a:gd name="connsiteY68" fmla="*/ 4495800 h 4804410"/>
                      <a:gd name="connsiteX69" fmla="*/ 4507230 w 10355580"/>
                      <a:gd name="connsiteY69" fmla="*/ 4511040 h 4804410"/>
                      <a:gd name="connsiteX70" fmla="*/ 4568190 w 10355580"/>
                      <a:gd name="connsiteY70" fmla="*/ 4804410 h 4804410"/>
                      <a:gd name="connsiteX71" fmla="*/ 4629150 w 10355580"/>
                      <a:gd name="connsiteY71" fmla="*/ 4602480 h 4804410"/>
                      <a:gd name="connsiteX72" fmla="*/ 4701540 w 10355580"/>
                      <a:gd name="connsiteY72" fmla="*/ 4709160 h 4804410"/>
                      <a:gd name="connsiteX73" fmla="*/ 4762500 w 10355580"/>
                      <a:gd name="connsiteY73" fmla="*/ 4491990 h 4804410"/>
                      <a:gd name="connsiteX74" fmla="*/ 4827270 w 10355580"/>
                      <a:gd name="connsiteY74" fmla="*/ 4514850 h 4804410"/>
                      <a:gd name="connsiteX75" fmla="*/ 4892040 w 10355580"/>
                      <a:gd name="connsiteY75" fmla="*/ 4431030 h 4804410"/>
                      <a:gd name="connsiteX76" fmla="*/ 4953000 w 10355580"/>
                      <a:gd name="connsiteY76" fmla="*/ 4404360 h 4804410"/>
                      <a:gd name="connsiteX77" fmla="*/ 5029200 w 10355580"/>
                      <a:gd name="connsiteY77" fmla="*/ 4434840 h 4804410"/>
                      <a:gd name="connsiteX78" fmla="*/ 5082540 w 10355580"/>
                      <a:gd name="connsiteY78" fmla="*/ 4495800 h 4804410"/>
                      <a:gd name="connsiteX79" fmla="*/ 5147310 w 10355580"/>
                      <a:gd name="connsiteY79" fmla="*/ 4503420 h 4804410"/>
                      <a:gd name="connsiteX80" fmla="*/ 5223510 w 10355580"/>
                      <a:gd name="connsiteY80" fmla="*/ 4457700 h 4804410"/>
                      <a:gd name="connsiteX81" fmla="*/ 5372100 w 10355580"/>
                      <a:gd name="connsiteY81" fmla="*/ 4545330 h 4804410"/>
                      <a:gd name="connsiteX82" fmla="*/ 5421630 w 10355580"/>
                      <a:gd name="connsiteY82" fmla="*/ 4545330 h 4804410"/>
                      <a:gd name="connsiteX83" fmla="*/ 5490210 w 10355580"/>
                      <a:gd name="connsiteY83" fmla="*/ 4652010 h 4804410"/>
                      <a:gd name="connsiteX84" fmla="*/ 5547360 w 10355580"/>
                      <a:gd name="connsiteY84" fmla="*/ 4659630 h 4804410"/>
                      <a:gd name="connsiteX85" fmla="*/ 5596890 w 10355580"/>
                      <a:gd name="connsiteY85" fmla="*/ 4373880 h 4804410"/>
                      <a:gd name="connsiteX86" fmla="*/ 5669280 w 10355580"/>
                      <a:gd name="connsiteY86" fmla="*/ 4392930 h 4804410"/>
                      <a:gd name="connsiteX87" fmla="*/ 5737860 w 10355580"/>
                      <a:gd name="connsiteY87" fmla="*/ 4499610 h 4804410"/>
                      <a:gd name="connsiteX88" fmla="*/ 5806440 w 10355580"/>
                      <a:gd name="connsiteY88" fmla="*/ 4522470 h 4804410"/>
                      <a:gd name="connsiteX89" fmla="*/ 5867400 w 10355580"/>
                      <a:gd name="connsiteY89" fmla="*/ 4575810 h 4804410"/>
                      <a:gd name="connsiteX90" fmla="*/ 5939790 w 10355580"/>
                      <a:gd name="connsiteY90" fmla="*/ 4591050 h 4804410"/>
                      <a:gd name="connsiteX91" fmla="*/ 6008370 w 10355580"/>
                      <a:gd name="connsiteY91" fmla="*/ 4507230 h 4804410"/>
                      <a:gd name="connsiteX92" fmla="*/ 6164580 w 10355580"/>
                      <a:gd name="connsiteY92" fmla="*/ 4514850 h 4804410"/>
                      <a:gd name="connsiteX93" fmla="*/ 6248400 w 10355580"/>
                      <a:gd name="connsiteY93" fmla="*/ 4560570 h 4804410"/>
                      <a:gd name="connsiteX94" fmla="*/ 6332220 w 10355580"/>
                      <a:gd name="connsiteY94" fmla="*/ 4514850 h 4804410"/>
                      <a:gd name="connsiteX95" fmla="*/ 6393180 w 10355580"/>
                      <a:gd name="connsiteY95" fmla="*/ 4522470 h 4804410"/>
                      <a:gd name="connsiteX96" fmla="*/ 6454140 w 10355580"/>
                      <a:gd name="connsiteY96" fmla="*/ 4598670 h 4804410"/>
                      <a:gd name="connsiteX97" fmla="*/ 6534150 w 10355580"/>
                      <a:gd name="connsiteY97" fmla="*/ 4636770 h 4804410"/>
                      <a:gd name="connsiteX98" fmla="*/ 6720840 w 10355580"/>
                      <a:gd name="connsiteY98" fmla="*/ 4652010 h 4804410"/>
                      <a:gd name="connsiteX99" fmla="*/ 6877050 w 10355580"/>
                      <a:gd name="connsiteY99" fmla="*/ 4690110 h 4804410"/>
                      <a:gd name="connsiteX100" fmla="*/ 6995160 w 10355580"/>
                      <a:gd name="connsiteY100" fmla="*/ 4724400 h 4804410"/>
                      <a:gd name="connsiteX101" fmla="*/ 7098030 w 10355580"/>
                      <a:gd name="connsiteY101" fmla="*/ 4777740 h 4804410"/>
                      <a:gd name="connsiteX102" fmla="*/ 7170420 w 10355580"/>
                      <a:gd name="connsiteY102" fmla="*/ 4674870 h 4804410"/>
                      <a:gd name="connsiteX103" fmla="*/ 7227570 w 10355580"/>
                      <a:gd name="connsiteY103" fmla="*/ 4655820 h 4804410"/>
                      <a:gd name="connsiteX104" fmla="*/ 7299960 w 10355580"/>
                      <a:gd name="connsiteY104" fmla="*/ 4480560 h 4804410"/>
                      <a:gd name="connsiteX105" fmla="*/ 7357110 w 10355580"/>
                      <a:gd name="connsiteY105" fmla="*/ 2853690 h 4804410"/>
                      <a:gd name="connsiteX106" fmla="*/ 7433310 w 10355580"/>
                      <a:gd name="connsiteY106" fmla="*/ 3051810 h 4804410"/>
                      <a:gd name="connsiteX107" fmla="*/ 7494270 w 10355580"/>
                      <a:gd name="connsiteY107" fmla="*/ 2937510 h 4804410"/>
                      <a:gd name="connsiteX108" fmla="*/ 7555230 w 10355580"/>
                      <a:gd name="connsiteY108" fmla="*/ 2910840 h 4804410"/>
                      <a:gd name="connsiteX109" fmla="*/ 7631430 w 10355580"/>
                      <a:gd name="connsiteY109" fmla="*/ 3055620 h 4804410"/>
                      <a:gd name="connsiteX110" fmla="*/ 7688580 w 10355580"/>
                      <a:gd name="connsiteY110" fmla="*/ 781050 h 4804410"/>
                      <a:gd name="connsiteX111" fmla="*/ 7753350 w 10355580"/>
                      <a:gd name="connsiteY111" fmla="*/ 681990 h 4804410"/>
                      <a:gd name="connsiteX112" fmla="*/ 7943850 w 10355580"/>
                      <a:gd name="connsiteY112" fmla="*/ 2225040 h 4804410"/>
                      <a:gd name="connsiteX113" fmla="*/ 8081010 w 10355580"/>
                      <a:gd name="connsiteY113" fmla="*/ 2632710 h 4804410"/>
                      <a:gd name="connsiteX114" fmla="*/ 8138160 w 10355580"/>
                      <a:gd name="connsiteY114" fmla="*/ 3901440 h 4804410"/>
                      <a:gd name="connsiteX115" fmla="*/ 8214360 w 10355580"/>
                      <a:gd name="connsiteY115" fmla="*/ 3589020 h 4804410"/>
                      <a:gd name="connsiteX116" fmla="*/ 8271510 w 10355580"/>
                      <a:gd name="connsiteY116" fmla="*/ 3950970 h 4804410"/>
                      <a:gd name="connsiteX117" fmla="*/ 8340090 w 10355580"/>
                      <a:gd name="connsiteY117" fmla="*/ 3733800 h 4804410"/>
                      <a:gd name="connsiteX118" fmla="*/ 8408670 w 10355580"/>
                      <a:gd name="connsiteY118" fmla="*/ 3394710 h 4804410"/>
                      <a:gd name="connsiteX119" fmla="*/ 8469630 w 10355580"/>
                      <a:gd name="connsiteY119" fmla="*/ 3760470 h 4804410"/>
                      <a:gd name="connsiteX120" fmla="*/ 8534400 w 10355580"/>
                      <a:gd name="connsiteY120" fmla="*/ 3844290 h 4804410"/>
                      <a:gd name="connsiteX121" fmla="*/ 8599170 w 10355580"/>
                      <a:gd name="connsiteY121" fmla="*/ 4053840 h 4804410"/>
                      <a:gd name="connsiteX122" fmla="*/ 8660130 w 10355580"/>
                      <a:gd name="connsiteY122" fmla="*/ 4152900 h 4804410"/>
                      <a:gd name="connsiteX123" fmla="*/ 8728710 w 10355580"/>
                      <a:gd name="connsiteY123" fmla="*/ 4091940 h 4804410"/>
                      <a:gd name="connsiteX124" fmla="*/ 8793480 w 10355580"/>
                      <a:gd name="connsiteY124" fmla="*/ 3909060 h 4804410"/>
                      <a:gd name="connsiteX125" fmla="*/ 8862060 w 10355580"/>
                      <a:gd name="connsiteY125" fmla="*/ 4038600 h 4804410"/>
                      <a:gd name="connsiteX126" fmla="*/ 8919210 w 10355580"/>
                      <a:gd name="connsiteY126" fmla="*/ 4457700 h 4804410"/>
                      <a:gd name="connsiteX127" fmla="*/ 8995410 w 10355580"/>
                      <a:gd name="connsiteY127" fmla="*/ 4122420 h 4804410"/>
                      <a:gd name="connsiteX128" fmla="*/ 9052560 w 10355580"/>
                      <a:gd name="connsiteY128" fmla="*/ 3569970 h 4804410"/>
                      <a:gd name="connsiteX129" fmla="*/ 9132570 w 10355580"/>
                      <a:gd name="connsiteY129" fmla="*/ 3832860 h 4804410"/>
                      <a:gd name="connsiteX130" fmla="*/ 9185910 w 10355580"/>
                      <a:gd name="connsiteY130" fmla="*/ 3813810 h 4804410"/>
                      <a:gd name="connsiteX131" fmla="*/ 9246870 w 10355580"/>
                      <a:gd name="connsiteY131" fmla="*/ 3642360 h 4804410"/>
                      <a:gd name="connsiteX132" fmla="*/ 9323070 w 10355580"/>
                      <a:gd name="connsiteY132" fmla="*/ 3169920 h 4804410"/>
                      <a:gd name="connsiteX133" fmla="*/ 9361170 w 10355580"/>
                      <a:gd name="connsiteY133" fmla="*/ 2644140 h 4804410"/>
                      <a:gd name="connsiteX134" fmla="*/ 9384030 w 10355580"/>
                      <a:gd name="connsiteY134" fmla="*/ 2373630 h 4804410"/>
                      <a:gd name="connsiteX135" fmla="*/ 9441180 w 10355580"/>
                      <a:gd name="connsiteY135" fmla="*/ 1916430 h 4804410"/>
                      <a:gd name="connsiteX136" fmla="*/ 9517380 w 10355580"/>
                      <a:gd name="connsiteY136" fmla="*/ 1668780 h 4804410"/>
                      <a:gd name="connsiteX137" fmla="*/ 9574530 w 10355580"/>
                      <a:gd name="connsiteY137" fmla="*/ 621030 h 4804410"/>
                      <a:gd name="connsiteX138" fmla="*/ 9612630 w 10355580"/>
                      <a:gd name="connsiteY138" fmla="*/ 1802130 h 4804410"/>
                      <a:gd name="connsiteX139" fmla="*/ 9639300 w 10355580"/>
                      <a:gd name="connsiteY139" fmla="*/ 2320290 h 4804410"/>
                      <a:gd name="connsiteX140" fmla="*/ 9711690 w 10355580"/>
                      <a:gd name="connsiteY140" fmla="*/ 1535430 h 4804410"/>
                      <a:gd name="connsiteX141" fmla="*/ 9765030 w 10355580"/>
                      <a:gd name="connsiteY141" fmla="*/ 182880 h 4804410"/>
                      <a:gd name="connsiteX142" fmla="*/ 9841230 w 10355580"/>
                      <a:gd name="connsiteY142" fmla="*/ 278130 h 4804410"/>
                      <a:gd name="connsiteX143" fmla="*/ 9906000 w 10355580"/>
                      <a:gd name="connsiteY143" fmla="*/ 487680 h 4804410"/>
                      <a:gd name="connsiteX144" fmla="*/ 9963150 w 10355580"/>
                      <a:gd name="connsiteY144" fmla="*/ 982980 h 4804410"/>
                      <a:gd name="connsiteX145" fmla="*/ 10027920 w 10355580"/>
                      <a:gd name="connsiteY145" fmla="*/ 3009900 h 4804410"/>
                      <a:gd name="connsiteX146" fmla="*/ 10096500 w 10355580"/>
                      <a:gd name="connsiteY146" fmla="*/ 3390900 h 4804410"/>
                      <a:gd name="connsiteX147" fmla="*/ 10165080 w 10355580"/>
                      <a:gd name="connsiteY147" fmla="*/ 2960370 h 4804410"/>
                      <a:gd name="connsiteX148" fmla="*/ 10222230 w 10355580"/>
                      <a:gd name="connsiteY148" fmla="*/ 2346960 h 4804410"/>
                      <a:gd name="connsiteX149" fmla="*/ 10302240 w 10355580"/>
                      <a:gd name="connsiteY149" fmla="*/ 2674620 h 4804410"/>
                      <a:gd name="connsiteX150" fmla="*/ 10355580 w 10355580"/>
                      <a:gd name="connsiteY150" fmla="*/ 4351020 h 4804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10355580" h="4804410" extrusionOk="0">
                        <a:moveTo>
                          <a:pt x="0" y="4701540"/>
                        </a:moveTo>
                        <a:cubicBezTo>
                          <a:pt x="72710" y="4470740"/>
                          <a:pt x="84763" y="4306710"/>
                          <a:pt x="87630" y="4168140"/>
                        </a:cubicBezTo>
                        <a:cubicBezTo>
                          <a:pt x="224309" y="3492379"/>
                          <a:pt x="149831" y="2887800"/>
                          <a:pt x="140970" y="2670810"/>
                        </a:cubicBezTo>
                        <a:cubicBezTo>
                          <a:pt x="45372" y="2399207"/>
                          <a:pt x="240849" y="1622968"/>
                          <a:pt x="175260" y="1489710"/>
                        </a:cubicBezTo>
                        <a:cubicBezTo>
                          <a:pt x="172177" y="1391440"/>
                          <a:pt x="189491" y="1041854"/>
                          <a:pt x="182880" y="769620"/>
                        </a:cubicBezTo>
                        <a:cubicBezTo>
                          <a:pt x="162415" y="489404"/>
                          <a:pt x="141753" y="289912"/>
                          <a:pt x="209550" y="0"/>
                        </a:cubicBezTo>
                        <a:cubicBezTo>
                          <a:pt x="183975" y="155180"/>
                          <a:pt x="261081" y="687127"/>
                          <a:pt x="274320" y="815340"/>
                        </a:cubicBezTo>
                        <a:cubicBezTo>
                          <a:pt x="167786" y="1407403"/>
                          <a:pt x="241497" y="2276505"/>
                          <a:pt x="335280" y="2682240"/>
                        </a:cubicBezTo>
                        <a:cubicBezTo>
                          <a:pt x="393444" y="2842448"/>
                          <a:pt x="392162" y="3411290"/>
                          <a:pt x="396240" y="3505200"/>
                        </a:cubicBezTo>
                        <a:cubicBezTo>
                          <a:pt x="422451" y="3232667"/>
                          <a:pt x="350959" y="2925849"/>
                          <a:pt x="472440" y="2465070"/>
                        </a:cubicBezTo>
                        <a:cubicBezTo>
                          <a:pt x="493512" y="2464716"/>
                          <a:pt x="516316" y="2469445"/>
                          <a:pt x="529590" y="2465070"/>
                        </a:cubicBezTo>
                        <a:cubicBezTo>
                          <a:pt x="555403" y="2315565"/>
                          <a:pt x="564672" y="2174887"/>
                          <a:pt x="598170" y="2125980"/>
                        </a:cubicBezTo>
                        <a:cubicBezTo>
                          <a:pt x="560154" y="2051161"/>
                          <a:pt x="691920" y="1726317"/>
                          <a:pt x="666750" y="1554480"/>
                        </a:cubicBezTo>
                        <a:cubicBezTo>
                          <a:pt x="670870" y="1734380"/>
                          <a:pt x="740439" y="1963200"/>
                          <a:pt x="731520" y="2145030"/>
                        </a:cubicBezTo>
                        <a:cubicBezTo>
                          <a:pt x="696536" y="2563820"/>
                          <a:pt x="644386" y="3306441"/>
                          <a:pt x="788670" y="3684270"/>
                        </a:cubicBezTo>
                        <a:cubicBezTo>
                          <a:pt x="785440" y="3907398"/>
                          <a:pt x="842206" y="4039228"/>
                          <a:pt x="864870" y="4171950"/>
                        </a:cubicBezTo>
                        <a:cubicBezTo>
                          <a:pt x="874903" y="4144672"/>
                          <a:pt x="884773" y="4050219"/>
                          <a:pt x="918210" y="3992880"/>
                        </a:cubicBezTo>
                        <a:cubicBezTo>
                          <a:pt x="889615" y="3557325"/>
                          <a:pt x="1072847" y="3103094"/>
                          <a:pt x="986790" y="2804160"/>
                        </a:cubicBezTo>
                        <a:cubicBezTo>
                          <a:pt x="1000741" y="2816569"/>
                          <a:pt x="1035253" y="2911533"/>
                          <a:pt x="1059180" y="2933700"/>
                        </a:cubicBezTo>
                        <a:cubicBezTo>
                          <a:pt x="1133848" y="3453163"/>
                          <a:pt x="1043069" y="3475831"/>
                          <a:pt x="1120140" y="4011930"/>
                        </a:cubicBezTo>
                        <a:cubicBezTo>
                          <a:pt x="1163549" y="4097098"/>
                          <a:pt x="1166883" y="4224060"/>
                          <a:pt x="1184910" y="4293870"/>
                        </a:cubicBezTo>
                        <a:cubicBezTo>
                          <a:pt x="1216256" y="4274371"/>
                          <a:pt x="1234418" y="4265173"/>
                          <a:pt x="1261110" y="4251960"/>
                        </a:cubicBezTo>
                        <a:cubicBezTo>
                          <a:pt x="1281426" y="4314978"/>
                          <a:pt x="1313556" y="4344010"/>
                          <a:pt x="1371600" y="4423410"/>
                        </a:cubicBezTo>
                        <a:cubicBezTo>
                          <a:pt x="1383217" y="4331023"/>
                          <a:pt x="1387625" y="4285688"/>
                          <a:pt x="1443990" y="4160520"/>
                        </a:cubicBezTo>
                        <a:cubicBezTo>
                          <a:pt x="1464092" y="4212547"/>
                          <a:pt x="1511605" y="4265470"/>
                          <a:pt x="1516380" y="4290060"/>
                        </a:cubicBezTo>
                        <a:cubicBezTo>
                          <a:pt x="1529946" y="4275766"/>
                          <a:pt x="1551168" y="4255387"/>
                          <a:pt x="1573530" y="4240530"/>
                        </a:cubicBezTo>
                        <a:cubicBezTo>
                          <a:pt x="1601208" y="4261950"/>
                          <a:pt x="1631913" y="4364636"/>
                          <a:pt x="1642110" y="4450080"/>
                        </a:cubicBezTo>
                        <a:cubicBezTo>
                          <a:pt x="1662552" y="4460971"/>
                          <a:pt x="1691998" y="4470499"/>
                          <a:pt x="1703070" y="4472940"/>
                        </a:cubicBezTo>
                        <a:cubicBezTo>
                          <a:pt x="1744954" y="4380434"/>
                          <a:pt x="1766452" y="4283867"/>
                          <a:pt x="1764030" y="4236720"/>
                        </a:cubicBezTo>
                        <a:cubicBezTo>
                          <a:pt x="1775966" y="4224825"/>
                          <a:pt x="1819646" y="4196362"/>
                          <a:pt x="1828800" y="4194810"/>
                        </a:cubicBezTo>
                        <a:cubicBezTo>
                          <a:pt x="1845639" y="4201558"/>
                          <a:pt x="1873910" y="4235971"/>
                          <a:pt x="1897380" y="4248150"/>
                        </a:cubicBezTo>
                        <a:cubicBezTo>
                          <a:pt x="1910351" y="4354774"/>
                          <a:pt x="1946960" y="4377466"/>
                          <a:pt x="1958340" y="4503420"/>
                        </a:cubicBezTo>
                        <a:cubicBezTo>
                          <a:pt x="1969112" y="4518297"/>
                          <a:pt x="2007671" y="4594228"/>
                          <a:pt x="2026920" y="4610100"/>
                        </a:cubicBezTo>
                        <a:cubicBezTo>
                          <a:pt x="2029908" y="4591312"/>
                          <a:pt x="2055348" y="4559543"/>
                          <a:pt x="2080260" y="4530090"/>
                        </a:cubicBezTo>
                        <a:cubicBezTo>
                          <a:pt x="2116136" y="4491961"/>
                          <a:pt x="2148814" y="4289975"/>
                          <a:pt x="2152650" y="4240530"/>
                        </a:cubicBezTo>
                        <a:cubicBezTo>
                          <a:pt x="2115212" y="4115312"/>
                          <a:pt x="2169852" y="3896979"/>
                          <a:pt x="2225040" y="3577590"/>
                        </a:cubicBezTo>
                        <a:cubicBezTo>
                          <a:pt x="2273154" y="3681447"/>
                          <a:pt x="2274668" y="3735606"/>
                          <a:pt x="2289810" y="3806190"/>
                        </a:cubicBezTo>
                        <a:cubicBezTo>
                          <a:pt x="2351175" y="3994473"/>
                          <a:pt x="2338281" y="4202433"/>
                          <a:pt x="2350770" y="4263390"/>
                        </a:cubicBezTo>
                        <a:cubicBezTo>
                          <a:pt x="2387684" y="4215539"/>
                          <a:pt x="2428585" y="4139828"/>
                          <a:pt x="2430780" y="4122420"/>
                        </a:cubicBezTo>
                        <a:cubicBezTo>
                          <a:pt x="2446801" y="3911704"/>
                          <a:pt x="2501481" y="3758186"/>
                          <a:pt x="2484120" y="3676650"/>
                        </a:cubicBezTo>
                        <a:cubicBezTo>
                          <a:pt x="2514091" y="3741729"/>
                          <a:pt x="2547863" y="3765693"/>
                          <a:pt x="2560320" y="3798570"/>
                        </a:cubicBezTo>
                        <a:cubicBezTo>
                          <a:pt x="2590709" y="3897016"/>
                          <a:pt x="2604368" y="4019789"/>
                          <a:pt x="2625090" y="4107180"/>
                        </a:cubicBezTo>
                        <a:cubicBezTo>
                          <a:pt x="2666488" y="4187413"/>
                          <a:pt x="2656857" y="4223358"/>
                          <a:pt x="2682240" y="4293870"/>
                        </a:cubicBezTo>
                        <a:cubicBezTo>
                          <a:pt x="2688756" y="4263732"/>
                          <a:pt x="2733314" y="4216847"/>
                          <a:pt x="2750820" y="4187190"/>
                        </a:cubicBezTo>
                        <a:cubicBezTo>
                          <a:pt x="2784745" y="4228781"/>
                          <a:pt x="2789258" y="4232270"/>
                          <a:pt x="2819400" y="4282440"/>
                        </a:cubicBezTo>
                        <a:cubicBezTo>
                          <a:pt x="2827214" y="4321574"/>
                          <a:pt x="2845455" y="4429129"/>
                          <a:pt x="2872740" y="4541520"/>
                        </a:cubicBezTo>
                        <a:cubicBezTo>
                          <a:pt x="2894428" y="4524851"/>
                          <a:pt x="2920614" y="4480069"/>
                          <a:pt x="2945130" y="4419600"/>
                        </a:cubicBezTo>
                        <a:cubicBezTo>
                          <a:pt x="2962475" y="4438003"/>
                          <a:pt x="2992156" y="4453198"/>
                          <a:pt x="3013710" y="4461510"/>
                        </a:cubicBezTo>
                        <a:cubicBezTo>
                          <a:pt x="3033875" y="4442095"/>
                          <a:pt x="3042725" y="4442103"/>
                          <a:pt x="3070860" y="4423410"/>
                        </a:cubicBezTo>
                        <a:cubicBezTo>
                          <a:pt x="3094441" y="4427724"/>
                          <a:pt x="3117019" y="4444107"/>
                          <a:pt x="3150870" y="4450080"/>
                        </a:cubicBezTo>
                        <a:cubicBezTo>
                          <a:pt x="3164098" y="4481666"/>
                          <a:pt x="3180830" y="4540778"/>
                          <a:pt x="3211830" y="4587240"/>
                        </a:cubicBezTo>
                        <a:cubicBezTo>
                          <a:pt x="3222125" y="4585826"/>
                          <a:pt x="3261928" y="4579974"/>
                          <a:pt x="3276600" y="4575810"/>
                        </a:cubicBezTo>
                        <a:cubicBezTo>
                          <a:pt x="3289189" y="4534370"/>
                          <a:pt x="3322408" y="4513955"/>
                          <a:pt x="3337560" y="4465320"/>
                        </a:cubicBezTo>
                        <a:cubicBezTo>
                          <a:pt x="3344937" y="4419832"/>
                          <a:pt x="3380372" y="4327201"/>
                          <a:pt x="3394710" y="4271010"/>
                        </a:cubicBezTo>
                        <a:cubicBezTo>
                          <a:pt x="3426609" y="4310090"/>
                          <a:pt x="3524851" y="4540477"/>
                          <a:pt x="3535680" y="4621530"/>
                        </a:cubicBezTo>
                        <a:cubicBezTo>
                          <a:pt x="3550730" y="4450008"/>
                          <a:pt x="3589660" y="4410354"/>
                          <a:pt x="3596640" y="4221480"/>
                        </a:cubicBezTo>
                        <a:cubicBezTo>
                          <a:pt x="3609596" y="4170017"/>
                          <a:pt x="3631070" y="4041494"/>
                          <a:pt x="3657600" y="3981450"/>
                        </a:cubicBezTo>
                        <a:cubicBezTo>
                          <a:pt x="3680909" y="3951171"/>
                          <a:pt x="3721558" y="3929934"/>
                          <a:pt x="3729990" y="3920490"/>
                        </a:cubicBezTo>
                        <a:cubicBezTo>
                          <a:pt x="3733106" y="3943237"/>
                          <a:pt x="3770031" y="3992997"/>
                          <a:pt x="3798570" y="4061460"/>
                        </a:cubicBezTo>
                        <a:cubicBezTo>
                          <a:pt x="3824766" y="3936656"/>
                          <a:pt x="3835961" y="3863472"/>
                          <a:pt x="3851910" y="3672840"/>
                        </a:cubicBezTo>
                        <a:cubicBezTo>
                          <a:pt x="3840934" y="3792046"/>
                          <a:pt x="3911864" y="4197226"/>
                          <a:pt x="3928110" y="4263390"/>
                        </a:cubicBezTo>
                        <a:cubicBezTo>
                          <a:pt x="3950709" y="4265216"/>
                          <a:pt x="3960480" y="4266299"/>
                          <a:pt x="3977640" y="4271010"/>
                        </a:cubicBezTo>
                        <a:cubicBezTo>
                          <a:pt x="4003370" y="4343359"/>
                          <a:pt x="4017222" y="4376832"/>
                          <a:pt x="4046220" y="4434840"/>
                        </a:cubicBezTo>
                        <a:cubicBezTo>
                          <a:pt x="4072601" y="4427422"/>
                          <a:pt x="4081290" y="4422775"/>
                          <a:pt x="4107180" y="4404360"/>
                        </a:cubicBezTo>
                        <a:cubicBezTo>
                          <a:pt x="4145460" y="4356352"/>
                          <a:pt x="4161491" y="4320880"/>
                          <a:pt x="4171950" y="4274820"/>
                        </a:cubicBezTo>
                        <a:cubicBezTo>
                          <a:pt x="4195296" y="4244224"/>
                          <a:pt x="4234685" y="4193560"/>
                          <a:pt x="4240530" y="4164330"/>
                        </a:cubicBezTo>
                        <a:cubicBezTo>
                          <a:pt x="4238798" y="4256506"/>
                          <a:pt x="4272102" y="4374299"/>
                          <a:pt x="4312920" y="4499610"/>
                        </a:cubicBezTo>
                        <a:cubicBezTo>
                          <a:pt x="4328119" y="4515041"/>
                          <a:pt x="4374667" y="4540687"/>
                          <a:pt x="4381500" y="4549140"/>
                        </a:cubicBezTo>
                        <a:cubicBezTo>
                          <a:pt x="4389178" y="4543965"/>
                          <a:pt x="4410604" y="4518461"/>
                          <a:pt x="4438650" y="4495800"/>
                        </a:cubicBezTo>
                        <a:cubicBezTo>
                          <a:pt x="4463316" y="4505641"/>
                          <a:pt x="4483667" y="4501743"/>
                          <a:pt x="4507230" y="4511040"/>
                        </a:cubicBezTo>
                        <a:cubicBezTo>
                          <a:pt x="4548495" y="4588467"/>
                          <a:pt x="4532955" y="4728044"/>
                          <a:pt x="4568190" y="4804410"/>
                        </a:cubicBezTo>
                        <a:cubicBezTo>
                          <a:pt x="4603034" y="4711897"/>
                          <a:pt x="4618911" y="4672752"/>
                          <a:pt x="4629150" y="4602480"/>
                        </a:cubicBezTo>
                        <a:cubicBezTo>
                          <a:pt x="4654407" y="4623671"/>
                          <a:pt x="4691804" y="4695250"/>
                          <a:pt x="4701540" y="4709160"/>
                        </a:cubicBezTo>
                        <a:cubicBezTo>
                          <a:pt x="4717048" y="4656061"/>
                          <a:pt x="4735192" y="4598893"/>
                          <a:pt x="4762500" y="4491990"/>
                        </a:cubicBezTo>
                        <a:cubicBezTo>
                          <a:pt x="4779067" y="4501076"/>
                          <a:pt x="4801892" y="4511905"/>
                          <a:pt x="4827270" y="4514850"/>
                        </a:cubicBezTo>
                        <a:cubicBezTo>
                          <a:pt x="4857853" y="4471801"/>
                          <a:pt x="4870149" y="4444761"/>
                          <a:pt x="4892040" y="4431030"/>
                        </a:cubicBezTo>
                        <a:cubicBezTo>
                          <a:pt x="4905016" y="4428292"/>
                          <a:pt x="4930168" y="4419217"/>
                          <a:pt x="4953000" y="4404360"/>
                        </a:cubicBezTo>
                        <a:cubicBezTo>
                          <a:pt x="4978522" y="4415577"/>
                          <a:pt x="4995489" y="4424002"/>
                          <a:pt x="5029200" y="4434840"/>
                        </a:cubicBezTo>
                        <a:cubicBezTo>
                          <a:pt x="5049395" y="4465137"/>
                          <a:pt x="5061202" y="4477751"/>
                          <a:pt x="5082540" y="4495800"/>
                        </a:cubicBezTo>
                        <a:cubicBezTo>
                          <a:pt x="5101294" y="4501129"/>
                          <a:pt x="5129824" y="4497896"/>
                          <a:pt x="5147310" y="4503420"/>
                        </a:cubicBezTo>
                        <a:cubicBezTo>
                          <a:pt x="5169474" y="4496089"/>
                          <a:pt x="5204011" y="4460403"/>
                          <a:pt x="5223510" y="4457700"/>
                        </a:cubicBezTo>
                        <a:cubicBezTo>
                          <a:pt x="5260637" y="4463687"/>
                          <a:pt x="5300409" y="4499849"/>
                          <a:pt x="5372100" y="4545330"/>
                        </a:cubicBezTo>
                        <a:cubicBezTo>
                          <a:pt x="5384060" y="4549630"/>
                          <a:pt x="5412946" y="4542738"/>
                          <a:pt x="5421630" y="4545330"/>
                        </a:cubicBezTo>
                        <a:cubicBezTo>
                          <a:pt x="5447921" y="4575454"/>
                          <a:pt x="5463088" y="4601930"/>
                          <a:pt x="5490210" y="4652010"/>
                        </a:cubicBezTo>
                        <a:cubicBezTo>
                          <a:pt x="5506079" y="4656893"/>
                          <a:pt x="5540728" y="4663428"/>
                          <a:pt x="5547360" y="4659630"/>
                        </a:cubicBezTo>
                        <a:cubicBezTo>
                          <a:pt x="5543336" y="4606868"/>
                          <a:pt x="5592409" y="4444471"/>
                          <a:pt x="5596890" y="4373880"/>
                        </a:cubicBezTo>
                        <a:cubicBezTo>
                          <a:pt x="5622660" y="4382107"/>
                          <a:pt x="5637329" y="4382613"/>
                          <a:pt x="5669280" y="4392930"/>
                        </a:cubicBezTo>
                        <a:cubicBezTo>
                          <a:pt x="5669013" y="4413177"/>
                          <a:pt x="5719486" y="4487485"/>
                          <a:pt x="5737860" y="4499610"/>
                        </a:cubicBezTo>
                        <a:cubicBezTo>
                          <a:pt x="5761736" y="4502332"/>
                          <a:pt x="5797619" y="4524179"/>
                          <a:pt x="5806440" y="4522470"/>
                        </a:cubicBezTo>
                        <a:cubicBezTo>
                          <a:pt x="5816664" y="4534248"/>
                          <a:pt x="5861833" y="4564771"/>
                          <a:pt x="5867400" y="4575810"/>
                        </a:cubicBezTo>
                        <a:cubicBezTo>
                          <a:pt x="5879565" y="4575482"/>
                          <a:pt x="5912453" y="4589933"/>
                          <a:pt x="5939790" y="4591050"/>
                        </a:cubicBezTo>
                        <a:cubicBezTo>
                          <a:pt x="5963643" y="4548318"/>
                          <a:pt x="6007159" y="4521440"/>
                          <a:pt x="6008370" y="4507230"/>
                        </a:cubicBezTo>
                        <a:cubicBezTo>
                          <a:pt x="6054419" y="4499838"/>
                          <a:pt x="6086833" y="4508254"/>
                          <a:pt x="6164580" y="4514850"/>
                        </a:cubicBezTo>
                        <a:cubicBezTo>
                          <a:pt x="6178661" y="4526092"/>
                          <a:pt x="6226630" y="4553890"/>
                          <a:pt x="6248400" y="4560570"/>
                        </a:cubicBezTo>
                        <a:cubicBezTo>
                          <a:pt x="6286625" y="4548396"/>
                          <a:pt x="6314821" y="4518114"/>
                          <a:pt x="6332220" y="4514850"/>
                        </a:cubicBezTo>
                        <a:cubicBezTo>
                          <a:pt x="6353629" y="4522162"/>
                          <a:pt x="6377507" y="4525570"/>
                          <a:pt x="6393180" y="4522470"/>
                        </a:cubicBezTo>
                        <a:cubicBezTo>
                          <a:pt x="6414550" y="4549677"/>
                          <a:pt x="6448530" y="4578830"/>
                          <a:pt x="6454140" y="4598670"/>
                        </a:cubicBezTo>
                        <a:cubicBezTo>
                          <a:pt x="6463958" y="4610659"/>
                          <a:pt x="6510223" y="4628637"/>
                          <a:pt x="6534150" y="4636770"/>
                        </a:cubicBezTo>
                        <a:cubicBezTo>
                          <a:pt x="6582942" y="4638672"/>
                          <a:pt x="6670170" y="4660836"/>
                          <a:pt x="6720840" y="4652010"/>
                        </a:cubicBezTo>
                        <a:cubicBezTo>
                          <a:pt x="6763715" y="4661764"/>
                          <a:pt x="6831391" y="4664186"/>
                          <a:pt x="6877050" y="4690110"/>
                        </a:cubicBezTo>
                        <a:cubicBezTo>
                          <a:pt x="6900063" y="4691191"/>
                          <a:pt x="6965822" y="4725244"/>
                          <a:pt x="6995160" y="4724400"/>
                        </a:cubicBezTo>
                        <a:cubicBezTo>
                          <a:pt x="7046787" y="4739478"/>
                          <a:pt x="7049633" y="4759338"/>
                          <a:pt x="7098030" y="4777740"/>
                        </a:cubicBezTo>
                        <a:cubicBezTo>
                          <a:pt x="7121776" y="4743253"/>
                          <a:pt x="7165958" y="4697273"/>
                          <a:pt x="7170420" y="4674870"/>
                        </a:cubicBezTo>
                        <a:cubicBezTo>
                          <a:pt x="7197654" y="4669537"/>
                          <a:pt x="7208095" y="4664138"/>
                          <a:pt x="7227570" y="4655820"/>
                        </a:cubicBezTo>
                        <a:cubicBezTo>
                          <a:pt x="7249728" y="4601941"/>
                          <a:pt x="7276890" y="4506590"/>
                          <a:pt x="7299960" y="4480560"/>
                        </a:cubicBezTo>
                        <a:cubicBezTo>
                          <a:pt x="7257801" y="3989767"/>
                          <a:pt x="7417229" y="3212837"/>
                          <a:pt x="7357110" y="2853690"/>
                        </a:cubicBezTo>
                        <a:cubicBezTo>
                          <a:pt x="7384733" y="2882154"/>
                          <a:pt x="7439716" y="3022898"/>
                          <a:pt x="7433310" y="3051810"/>
                        </a:cubicBezTo>
                        <a:cubicBezTo>
                          <a:pt x="7460372" y="3005654"/>
                          <a:pt x="7484807" y="2966472"/>
                          <a:pt x="7494270" y="2937510"/>
                        </a:cubicBezTo>
                        <a:cubicBezTo>
                          <a:pt x="7511741" y="2934099"/>
                          <a:pt x="7528046" y="2918898"/>
                          <a:pt x="7555230" y="2910840"/>
                        </a:cubicBezTo>
                        <a:cubicBezTo>
                          <a:pt x="7576032" y="2957680"/>
                          <a:pt x="7581973" y="2991747"/>
                          <a:pt x="7631430" y="3055620"/>
                        </a:cubicBezTo>
                        <a:cubicBezTo>
                          <a:pt x="7765112" y="2345332"/>
                          <a:pt x="7808200" y="1499149"/>
                          <a:pt x="7688580" y="781050"/>
                        </a:cubicBezTo>
                        <a:cubicBezTo>
                          <a:pt x="7701905" y="746227"/>
                          <a:pt x="7738989" y="705133"/>
                          <a:pt x="7753350" y="681990"/>
                        </a:cubicBezTo>
                        <a:cubicBezTo>
                          <a:pt x="7709869" y="908405"/>
                          <a:pt x="7955202" y="1631477"/>
                          <a:pt x="7943850" y="2225040"/>
                        </a:cubicBezTo>
                        <a:cubicBezTo>
                          <a:pt x="7996441" y="2431882"/>
                          <a:pt x="8042471" y="2586763"/>
                          <a:pt x="8081010" y="2632710"/>
                        </a:cubicBezTo>
                        <a:cubicBezTo>
                          <a:pt x="8084882" y="2849836"/>
                          <a:pt x="8117186" y="3683783"/>
                          <a:pt x="8138160" y="3901440"/>
                        </a:cubicBezTo>
                        <a:cubicBezTo>
                          <a:pt x="8190816" y="3793130"/>
                          <a:pt x="8202775" y="3642492"/>
                          <a:pt x="8214360" y="3589020"/>
                        </a:cubicBezTo>
                        <a:cubicBezTo>
                          <a:pt x="8260482" y="3733117"/>
                          <a:pt x="8256115" y="3879806"/>
                          <a:pt x="8271510" y="3950970"/>
                        </a:cubicBezTo>
                        <a:cubicBezTo>
                          <a:pt x="8283723" y="3875296"/>
                          <a:pt x="8321737" y="3752758"/>
                          <a:pt x="8340090" y="3733800"/>
                        </a:cubicBezTo>
                        <a:cubicBezTo>
                          <a:pt x="8376203" y="3597782"/>
                          <a:pt x="8385919" y="3474808"/>
                          <a:pt x="8408670" y="3394710"/>
                        </a:cubicBezTo>
                        <a:cubicBezTo>
                          <a:pt x="8411953" y="3485190"/>
                          <a:pt x="8419624" y="3648086"/>
                          <a:pt x="8469630" y="3760470"/>
                        </a:cubicBezTo>
                        <a:cubicBezTo>
                          <a:pt x="8473859" y="3772523"/>
                          <a:pt x="8509947" y="3806366"/>
                          <a:pt x="8534400" y="3844290"/>
                        </a:cubicBezTo>
                        <a:cubicBezTo>
                          <a:pt x="8555624" y="3948300"/>
                          <a:pt x="8550929" y="3960413"/>
                          <a:pt x="8599170" y="4053840"/>
                        </a:cubicBezTo>
                        <a:cubicBezTo>
                          <a:pt x="8633780" y="4099856"/>
                          <a:pt x="8627153" y="4116834"/>
                          <a:pt x="8660130" y="4152900"/>
                        </a:cubicBezTo>
                        <a:cubicBezTo>
                          <a:pt x="8686099" y="4131408"/>
                          <a:pt x="8692655" y="4113781"/>
                          <a:pt x="8728710" y="4091940"/>
                        </a:cubicBezTo>
                        <a:cubicBezTo>
                          <a:pt x="8752093" y="4000675"/>
                          <a:pt x="8773600" y="3985055"/>
                          <a:pt x="8793480" y="3909060"/>
                        </a:cubicBezTo>
                        <a:cubicBezTo>
                          <a:pt x="8808922" y="3956597"/>
                          <a:pt x="8846561" y="4017723"/>
                          <a:pt x="8862060" y="4038600"/>
                        </a:cubicBezTo>
                        <a:cubicBezTo>
                          <a:pt x="8865703" y="4138814"/>
                          <a:pt x="8922627" y="4404845"/>
                          <a:pt x="8919210" y="4457700"/>
                        </a:cubicBezTo>
                        <a:cubicBezTo>
                          <a:pt x="8932833" y="4369216"/>
                          <a:pt x="8974069" y="4172863"/>
                          <a:pt x="8995410" y="4122420"/>
                        </a:cubicBezTo>
                        <a:cubicBezTo>
                          <a:pt x="9035060" y="3986667"/>
                          <a:pt x="9034815" y="3785550"/>
                          <a:pt x="9052560" y="3569970"/>
                        </a:cubicBezTo>
                        <a:cubicBezTo>
                          <a:pt x="9053528" y="3598957"/>
                          <a:pt x="9103334" y="3776057"/>
                          <a:pt x="9132570" y="3832860"/>
                        </a:cubicBezTo>
                        <a:cubicBezTo>
                          <a:pt x="9157379" y="3820740"/>
                          <a:pt x="9177733" y="3813181"/>
                          <a:pt x="9185910" y="3813810"/>
                        </a:cubicBezTo>
                        <a:cubicBezTo>
                          <a:pt x="9213562" y="3776268"/>
                          <a:pt x="9234368" y="3676916"/>
                          <a:pt x="9246870" y="3642360"/>
                        </a:cubicBezTo>
                        <a:cubicBezTo>
                          <a:pt x="9282944" y="3583877"/>
                          <a:pt x="9308366" y="3242703"/>
                          <a:pt x="9323070" y="3169920"/>
                        </a:cubicBezTo>
                        <a:cubicBezTo>
                          <a:pt x="9328436" y="2916670"/>
                          <a:pt x="9352764" y="2730141"/>
                          <a:pt x="9361170" y="2644140"/>
                        </a:cubicBezTo>
                        <a:cubicBezTo>
                          <a:pt x="9362563" y="2599514"/>
                          <a:pt x="9353252" y="2451148"/>
                          <a:pt x="9384030" y="2373630"/>
                        </a:cubicBezTo>
                        <a:cubicBezTo>
                          <a:pt x="9379841" y="2325812"/>
                          <a:pt x="9452345" y="2108321"/>
                          <a:pt x="9441180" y="1916430"/>
                        </a:cubicBezTo>
                        <a:cubicBezTo>
                          <a:pt x="9461909" y="1883081"/>
                          <a:pt x="9477913" y="1778845"/>
                          <a:pt x="9517380" y="1668780"/>
                        </a:cubicBezTo>
                        <a:cubicBezTo>
                          <a:pt x="9533345" y="1380327"/>
                          <a:pt x="9596198" y="1048170"/>
                          <a:pt x="9574530" y="621030"/>
                        </a:cubicBezTo>
                        <a:cubicBezTo>
                          <a:pt x="9550354" y="1104866"/>
                          <a:pt x="9512040" y="1375493"/>
                          <a:pt x="9612630" y="1802130"/>
                        </a:cubicBezTo>
                        <a:cubicBezTo>
                          <a:pt x="9616426" y="1966384"/>
                          <a:pt x="9627354" y="2107998"/>
                          <a:pt x="9639300" y="2320290"/>
                        </a:cubicBezTo>
                        <a:cubicBezTo>
                          <a:pt x="9665697" y="2094957"/>
                          <a:pt x="9728776" y="1767438"/>
                          <a:pt x="9711690" y="1535430"/>
                        </a:cubicBezTo>
                        <a:cubicBezTo>
                          <a:pt x="9658818" y="896200"/>
                          <a:pt x="9742683" y="690983"/>
                          <a:pt x="9765030" y="182880"/>
                        </a:cubicBezTo>
                        <a:cubicBezTo>
                          <a:pt x="9780274" y="216904"/>
                          <a:pt x="9810521" y="229382"/>
                          <a:pt x="9841230" y="278130"/>
                        </a:cubicBezTo>
                        <a:cubicBezTo>
                          <a:pt x="9859948" y="318590"/>
                          <a:pt x="9877579" y="439881"/>
                          <a:pt x="9906000" y="487680"/>
                        </a:cubicBezTo>
                        <a:cubicBezTo>
                          <a:pt x="9929937" y="546515"/>
                          <a:pt x="9939669" y="880096"/>
                          <a:pt x="9963150" y="982980"/>
                        </a:cubicBezTo>
                        <a:cubicBezTo>
                          <a:pt x="9814913" y="1244688"/>
                          <a:pt x="9910567" y="2272422"/>
                          <a:pt x="10027920" y="3009900"/>
                        </a:cubicBezTo>
                        <a:cubicBezTo>
                          <a:pt x="10039478" y="3083898"/>
                          <a:pt x="10059595" y="3344904"/>
                          <a:pt x="10096500" y="3390900"/>
                        </a:cubicBezTo>
                        <a:cubicBezTo>
                          <a:pt x="10114952" y="3323037"/>
                          <a:pt x="10176612" y="3006689"/>
                          <a:pt x="10165080" y="2960370"/>
                        </a:cubicBezTo>
                        <a:cubicBezTo>
                          <a:pt x="10227262" y="2700202"/>
                          <a:pt x="10159898" y="2437401"/>
                          <a:pt x="10222230" y="2346960"/>
                        </a:cubicBezTo>
                        <a:cubicBezTo>
                          <a:pt x="10233648" y="2406216"/>
                          <a:pt x="10300383" y="2627914"/>
                          <a:pt x="10302240" y="2674620"/>
                        </a:cubicBezTo>
                        <a:cubicBezTo>
                          <a:pt x="10297804" y="2853237"/>
                          <a:pt x="10226977" y="3976269"/>
                          <a:pt x="10355580" y="4351020"/>
                        </a:cubicBezTo>
                      </a:path>
                    </a:pathLst>
                  </a:custGeom>
                  <ask:type>
                    <ask:lineSketchNone/>
                  </ask:type>
                </ask:lineSketchStyleProps>
              </a:ext>
            </a:extLst>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a:extLst>
              <a:ext uri="{FF2B5EF4-FFF2-40B4-BE49-F238E27FC236}">
                <a16:creationId xmlns:a16="http://schemas.microsoft.com/office/drawing/2014/main" id="{197A2870-95C0-0F46-22E6-149A284EDFB3}"/>
              </a:ext>
            </a:extLst>
          </p:cNvPr>
          <p:cNvCxnSpPr>
            <a:cxnSpLocks/>
          </p:cNvCxnSpPr>
          <p:nvPr/>
        </p:nvCxnSpPr>
        <p:spPr>
          <a:xfrm>
            <a:off x="788697" y="4828674"/>
            <a:ext cx="91440" cy="0"/>
          </a:xfrm>
          <a:prstGeom prst="line">
            <a:avLst/>
          </a:prstGeom>
          <a:noFill/>
          <a:ln w="22225" cap="rnd">
            <a:solidFill>
              <a:schemeClr val="bg1">
                <a:lumMod val="95000"/>
              </a:schemeClr>
            </a:solidFill>
            <a:round/>
            <a:extLst>
              <a:ext uri="{C807C97D-BFC1-408E-A445-0C87EB9F89A2}">
                <ask:lineSketchStyleProps xmlns:ask="http://schemas.microsoft.com/office/drawing/2018/sketchyshapes" sd="1219033472">
                  <a:custGeom>
                    <a:avLst/>
                    <a:gdLst>
                      <a:gd name="connsiteX0" fmla="*/ 0 w 10355580"/>
                      <a:gd name="connsiteY0" fmla="*/ 4701540 h 4804410"/>
                      <a:gd name="connsiteX1" fmla="*/ 87630 w 10355580"/>
                      <a:gd name="connsiteY1" fmla="*/ 4168140 h 4804410"/>
                      <a:gd name="connsiteX2" fmla="*/ 140970 w 10355580"/>
                      <a:gd name="connsiteY2" fmla="*/ 2670810 h 4804410"/>
                      <a:gd name="connsiteX3" fmla="*/ 175260 w 10355580"/>
                      <a:gd name="connsiteY3" fmla="*/ 1489710 h 4804410"/>
                      <a:gd name="connsiteX4" fmla="*/ 182880 w 10355580"/>
                      <a:gd name="connsiteY4" fmla="*/ 769620 h 4804410"/>
                      <a:gd name="connsiteX5" fmla="*/ 209550 w 10355580"/>
                      <a:gd name="connsiteY5" fmla="*/ 0 h 4804410"/>
                      <a:gd name="connsiteX6" fmla="*/ 274320 w 10355580"/>
                      <a:gd name="connsiteY6" fmla="*/ 815340 h 4804410"/>
                      <a:gd name="connsiteX7" fmla="*/ 335280 w 10355580"/>
                      <a:gd name="connsiteY7" fmla="*/ 2682240 h 4804410"/>
                      <a:gd name="connsiteX8" fmla="*/ 396240 w 10355580"/>
                      <a:gd name="connsiteY8" fmla="*/ 3505200 h 4804410"/>
                      <a:gd name="connsiteX9" fmla="*/ 472440 w 10355580"/>
                      <a:gd name="connsiteY9" fmla="*/ 2465070 h 4804410"/>
                      <a:gd name="connsiteX10" fmla="*/ 529590 w 10355580"/>
                      <a:gd name="connsiteY10" fmla="*/ 2465070 h 4804410"/>
                      <a:gd name="connsiteX11" fmla="*/ 598170 w 10355580"/>
                      <a:gd name="connsiteY11" fmla="*/ 2125980 h 4804410"/>
                      <a:gd name="connsiteX12" fmla="*/ 666750 w 10355580"/>
                      <a:gd name="connsiteY12" fmla="*/ 1554480 h 4804410"/>
                      <a:gd name="connsiteX13" fmla="*/ 731520 w 10355580"/>
                      <a:gd name="connsiteY13" fmla="*/ 2145030 h 4804410"/>
                      <a:gd name="connsiteX14" fmla="*/ 788670 w 10355580"/>
                      <a:gd name="connsiteY14" fmla="*/ 3684270 h 4804410"/>
                      <a:gd name="connsiteX15" fmla="*/ 864870 w 10355580"/>
                      <a:gd name="connsiteY15" fmla="*/ 4171950 h 4804410"/>
                      <a:gd name="connsiteX16" fmla="*/ 918210 w 10355580"/>
                      <a:gd name="connsiteY16" fmla="*/ 3992880 h 4804410"/>
                      <a:gd name="connsiteX17" fmla="*/ 986790 w 10355580"/>
                      <a:gd name="connsiteY17" fmla="*/ 2804160 h 4804410"/>
                      <a:gd name="connsiteX18" fmla="*/ 1059180 w 10355580"/>
                      <a:gd name="connsiteY18" fmla="*/ 2933700 h 4804410"/>
                      <a:gd name="connsiteX19" fmla="*/ 1120140 w 10355580"/>
                      <a:gd name="connsiteY19" fmla="*/ 4011930 h 4804410"/>
                      <a:gd name="connsiteX20" fmla="*/ 1184910 w 10355580"/>
                      <a:gd name="connsiteY20" fmla="*/ 4293870 h 4804410"/>
                      <a:gd name="connsiteX21" fmla="*/ 1261110 w 10355580"/>
                      <a:gd name="connsiteY21" fmla="*/ 4251960 h 4804410"/>
                      <a:gd name="connsiteX22" fmla="*/ 1371600 w 10355580"/>
                      <a:gd name="connsiteY22" fmla="*/ 4423410 h 4804410"/>
                      <a:gd name="connsiteX23" fmla="*/ 1443990 w 10355580"/>
                      <a:gd name="connsiteY23" fmla="*/ 4160520 h 4804410"/>
                      <a:gd name="connsiteX24" fmla="*/ 1516380 w 10355580"/>
                      <a:gd name="connsiteY24" fmla="*/ 4290060 h 4804410"/>
                      <a:gd name="connsiteX25" fmla="*/ 1573530 w 10355580"/>
                      <a:gd name="connsiteY25" fmla="*/ 4240530 h 4804410"/>
                      <a:gd name="connsiteX26" fmla="*/ 1642110 w 10355580"/>
                      <a:gd name="connsiteY26" fmla="*/ 4450080 h 4804410"/>
                      <a:gd name="connsiteX27" fmla="*/ 1703070 w 10355580"/>
                      <a:gd name="connsiteY27" fmla="*/ 4472940 h 4804410"/>
                      <a:gd name="connsiteX28" fmla="*/ 1764030 w 10355580"/>
                      <a:gd name="connsiteY28" fmla="*/ 4236720 h 4804410"/>
                      <a:gd name="connsiteX29" fmla="*/ 1828800 w 10355580"/>
                      <a:gd name="connsiteY29" fmla="*/ 4194810 h 4804410"/>
                      <a:gd name="connsiteX30" fmla="*/ 1897380 w 10355580"/>
                      <a:gd name="connsiteY30" fmla="*/ 4248150 h 4804410"/>
                      <a:gd name="connsiteX31" fmla="*/ 1958340 w 10355580"/>
                      <a:gd name="connsiteY31" fmla="*/ 4503420 h 4804410"/>
                      <a:gd name="connsiteX32" fmla="*/ 2026920 w 10355580"/>
                      <a:gd name="connsiteY32" fmla="*/ 4610100 h 4804410"/>
                      <a:gd name="connsiteX33" fmla="*/ 2080260 w 10355580"/>
                      <a:gd name="connsiteY33" fmla="*/ 4530090 h 4804410"/>
                      <a:gd name="connsiteX34" fmla="*/ 2152650 w 10355580"/>
                      <a:gd name="connsiteY34" fmla="*/ 4240530 h 4804410"/>
                      <a:gd name="connsiteX35" fmla="*/ 2225040 w 10355580"/>
                      <a:gd name="connsiteY35" fmla="*/ 3577590 h 4804410"/>
                      <a:gd name="connsiteX36" fmla="*/ 2289810 w 10355580"/>
                      <a:gd name="connsiteY36" fmla="*/ 3806190 h 4804410"/>
                      <a:gd name="connsiteX37" fmla="*/ 2350770 w 10355580"/>
                      <a:gd name="connsiteY37" fmla="*/ 4263390 h 4804410"/>
                      <a:gd name="connsiteX38" fmla="*/ 2430780 w 10355580"/>
                      <a:gd name="connsiteY38" fmla="*/ 4122420 h 4804410"/>
                      <a:gd name="connsiteX39" fmla="*/ 2484120 w 10355580"/>
                      <a:gd name="connsiteY39" fmla="*/ 3676650 h 4804410"/>
                      <a:gd name="connsiteX40" fmla="*/ 2560320 w 10355580"/>
                      <a:gd name="connsiteY40" fmla="*/ 3798570 h 4804410"/>
                      <a:gd name="connsiteX41" fmla="*/ 2625090 w 10355580"/>
                      <a:gd name="connsiteY41" fmla="*/ 4107180 h 4804410"/>
                      <a:gd name="connsiteX42" fmla="*/ 2682240 w 10355580"/>
                      <a:gd name="connsiteY42" fmla="*/ 4293870 h 4804410"/>
                      <a:gd name="connsiteX43" fmla="*/ 2750820 w 10355580"/>
                      <a:gd name="connsiteY43" fmla="*/ 4187190 h 4804410"/>
                      <a:gd name="connsiteX44" fmla="*/ 2819400 w 10355580"/>
                      <a:gd name="connsiteY44" fmla="*/ 4282440 h 4804410"/>
                      <a:gd name="connsiteX45" fmla="*/ 2872740 w 10355580"/>
                      <a:gd name="connsiteY45" fmla="*/ 4541520 h 4804410"/>
                      <a:gd name="connsiteX46" fmla="*/ 2945130 w 10355580"/>
                      <a:gd name="connsiteY46" fmla="*/ 4419600 h 4804410"/>
                      <a:gd name="connsiteX47" fmla="*/ 3013710 w 10355580"/>
                      <a:gd name="connsiteY47" fmla="*/ 4461510 h 4804410"/>
                      <a:gd name="connsiteX48" fmla="*/ 3070860 w 10355580"/>
                      <a:gd name="connsiteY48" fmla="*/ 4423410 h 4804410"/>
                      <a:gd name="connsiteX49" fmla="*/ 3150870 w 10355580"/>
                      <a:gd name="connsiteY49" fmla="*/ 4450080 h 4804410"/>
                      <a:gd name="connsiteX50" fmla="*/ 3211830 w 10355580"/>
                      <a:gd name="connsiteY50" fmla="*/ 4587240 h 4804410"/>
                      <a:gd name="connsiteX51" fmla="*/ 3276600 w 10355580"/>
                      <a:gd name="connsiteY51" fmla="*/ 4575810 h 4804410"/>
                      <a:gd name="connsiteX52" fmla="*/ 3337560 w 10355580"/>
                      <a:gd name="connsiteY52" fmla="*/ 4465320 h 4804410"/>
                      <a:gd name="connsiteX53" fmla="*/ 3394710 w 10355580"/>
                      <a:gd name="connsiteY53" fmla="*/ 4271010 h 4804410"/>
                      <a:gd name="connsiteX54" fmla="*/ 3535680 w 10355580"/>
                      <a:gd name="connsiteY54" fmla="*/ 4621530 h 4804410"/>
                      <a:gd name="connsiteX55" fmla="*/ 3596640 w 10355580"/>
                      <a:gd name="connsiteY55" fmla="*/ 4221480 h 4804410"/>
                      <a:gd name="connsiteX56" fmla="*/ 3657600 w 10355580"/>
                      <a:gd name="connsiteY56" fmla="*/ 3981450 h 4804410"/>
                      <a:gd name="connsiteX57" fmla="*/ 3729990 w 10355580"/>
                      <a:gd name="connsiteY57" fmla="*/ 3920490 h 4804410"/>
                      <a:gd name="connsiteX58" fmla="*/ 3798570 w 10355580"/>
                      <a:gd name="connsiteY58" fmla="*/ 4061460 h 4804410"/>
                      <a:gd name="connsiteX59" fmla="*/ 3851910 w 10355580"/>
                      <a:gd name="connsiteY59" fmla="*/ 3672840 h 4804410"/>
                      <a:gd name="connsiteX60" fmla="*/ 3928110 w 10355580"/>
                      <a:gd name="connsiteY60" fmla="*/ 4263390 h 4804410"/>
                      <a:gd name="connsiteX61" fmla="*/ 3977640 w 10355580"/>
                      <a:gd name="connsiteY61" fmla="*/ 4271010 h 4804410"/>
                      <a:gd name="connsiteX62" fmla="*/ 4046220 w 10355580"/>
                      <a:gd name="connsiteY62" fmla="*/ 4434840 h 4804410"/>
                      <a:gd name="connsiteX63" fmla="*/ 4107180 w 10355580"/>
                      <a:gd name="connsiteY63" fmla="*/ 4404360 h 4804410"/>
                      <a:gd name="connsiteX64" fmla="*/ 4171950 w 10355580"/>
                      <a:gd name="connsiteY64" fmla="*/ 4274820 h 4804410"/>
                      <a:gd name="connsiteX65" fmla="*/ 4240530 w 10355580"/>
                      <a:gd name="connsiteY65" fmla="*/ 4164330 h 4804410"/>
                      <a:gd name="connsiteX66" fmla="*/ 4312920 w 10355580"/>
                      <a:gd name="connsiteY66" fmla="*/ 4499610 h 4804410"/>
                      <a:gd name="connsiteX67" fmla="*/ 4381500 w 10355580"/>
                      <a:gd name="connsiteY67" fmla="*/ 4549140 h 4804410"/>
                      <a:gd name="connsiteX68" fmla="*/ 4438650 w 10355580"/>
                      <a:gd name="connsiteY68" fmla="*/ 4495800 h 4804410"/>
                      <a:gd name="connsiteX69" fmla="*/ 4507230 w 10355580"/>
                      <a:gd name="connsiteY69" fmla="*/ 4511040 h 4804410"/>
                      <a:gd name="connsiteX70" fmla="*/ 4568190 w 10355580"/>
                      <a:gd name="connsiteY70" fmla="*/ 4804410 h 4804410"/>
                      <a:gd name="connsiteX71" fmla="*/ 4629150 w 10355580"/>
                      <a:gd name="connsiteY71" fmla="*/ 4602480 h 4804410"/>
                      <a:gd name="connsiteX72" fmla="*/ 4701540 w 10355580"/>
                      <a:gd name="connsiteY72" fmla="*/ 4709160 h 4804410"/>
                      <a:gd name="connsiteX73" fmla="*/ 4762500 w 10355580"/>
                      <a:gd name="connsiteY73" fmla="*/ 4491990 h 4804410"/>
                      <a:gd name="connsiteX74" fmla="*/ 4827270 w 10355580"/>
                      <a:gd name="connsiteY74" fmla="*/ 4514850 h 4804410"/>
                      <a:gd name="connsiteX75" fmla="*/ 4892040 w 10355580"/>
                      <a:gd name="connsiteY75" fmla="*/ 4431030 h 4804410"/>
                      <a:gd name="connsiteX76" fmla="*/ 4953000 w 10355580"/>
                      <a:gd name="connsiteY76" fmla="*/ 4404360 h 4804410"/>
                      <a:gd name="connsiteX77" fmla="*/ 5029200 w 10355580"/>
                      <a:gd name="connsiteY77" fmla="*/ 4434840 h 4804410"/>
                      <a:gd name="connsiteX78" fmla="*/ 5082540 w 10355580"/>
                      <a:gd name="connsiteY78" fmla="*/ 4495800 h 4804410"/>
                      <a:gd name="connsiteX79" fmla="*/ 5147310 w 10355580"/>
                      <a:gd name="connsiteY79" fmla="*/ 4503420 h 4804410"/>
                      <a:gd name="connsiteX80" fmla="*/ 5223510 w 10355580"/>
                      <a:gd name="connsiteY80" fmla="*/ 4457700 h 4804410"/>
                      <a:gd name="connsiteX81" fmla="*/ 5372100 w 10355580"/>
                      <a:gd name="connsiteY81" fmla="*/ 4545330 h 4804410"/>
                      <a:gd name="connsiteX82" fmla="*/ 5421630 w 10355580"/>
                      <a:gd name="connsiteY82" fmla="*/ 4545330 h 4804410"/>
                      <a:gd name="connsiteX83" fmla="*/ 5490210 w 10355580"/>
                      <a:gd name="connsiteY83" fmla="*/ 4652010 h 4804410"/>
                      <a:gd name="connsiteX84" fmla="*/ 5547360 w 10355580"/>
                      <a:gd name="connsiteY84" fmla="*/ 4659630 h 4804410"/>
                      <a:gd name="connsiteX85" fmla="*/ 5596890 w 10355580"/>
                      <a:gd name="connsiteY85" fmla="*/ 4373880 h 4804410"/>
                      <a:gd name="connsiteX86" fmla="*/ 5669280 w 10355580"/>
                      <a:gd name="connsiteY86" fmla="*/ 4392930 h 4804410"/>
                      <a:gd name="connsiteX87" fmla="*/ 5737860 w 10355580"/>
                      <a:gd name="connsiteY87" fmla="*/ 4499610 h 4804410"/>
                      <a:gd name="connsiteX88" fmla="*/ 5806440 w 10355580"/>
                      <a:gd name="connsiteY88" fmla="*/ 4522470 h 4804410"/>
                      <a:gd name="connsiteX89" fmla="*/ 5867400 w 10355580"/>
                      <a:gd name="connsiteY89" fmla="*/ 4575810 h 4804410"/>
                      <a:gd name="connsiteX90" fmla="*/ 5939790 w 10355580"/>
                      <a:gd name="connsiteY90" fmla="*/ 4591050 h 4804410"/>
                      <a:gd name="connsiteX91" fmla="*/ 6008370 w 10355580"/>
                      <a:gd name="connsiteY91" fmla="*/ 4507230 h 4804410"/>
                      <a:gd name="connsiteX92" fmla="*/ 6164580 w 10355580"/>
                      <a:gd name="connsiteY92" fmla="*/ 4514850 h 4804410"/>
                      <a:gd name="connsiteX93" fmla="*/ 6248400 w 10355580"/>
                      <a:gd name="connsiteY93" fmla="*/ 4560570 h 4804410"/>
                      <a:gd name="connsiteX94" fmla="*/ 6332220 w 10355580"/>
                      <a:gd name="connsiteY94" fmla="*/ 4514850 h 4804410"/>
                      <a:gd name="connsiteX95" fmla="*/ 6393180 w 10355580"/>
                      <a:gd name="connsiteY95" fmla="*/ 4522470 h 4804410"/>
                      <a:gd name="connsiteX96" fmla="*/ 6454140 w 10355580"/>
                      <a:gd name="connsiteY96" fmla="*/ 4598670 h 4804410"/>
                      <a:gd name="connsiteX97" fmla="*/ 6534150 w 10355580"/>
                      <a:gd name="connsiteY97" fmla="*/ 4636770 h 4804410"/>
                      <a:gd name="connsiteX98" fmla="*/ 6720840 w 10355580"/>
                      <a:gd name="connsiteY98" fmla="*/ 4652010 h 4804410"/>
                      <a:gd name="connsiteX99" fmla="*/ 6877050 w 10355580"/>
                      <a:gd name="connsiteY99" fmla="*/ 4690110 h 4804410"/>
                      <a:gd name="connsiteX100" fmla="*/ 6995160 w 10355580"/>
                      <a:gd name="connsiteY100" fmla="*/ 4724400 h 4804410"/>
                      <a:gd name="connsiteX101" fmla="*/ 7098030 w 10355580"/>
                      <a:gd name="connsiteY101" fmla="*/ 4777740 h 4804410"/>
                      <a:gd name="connsiteX102" fmla="*/ 7170420 w 10355580"/>
                      <a:gd name="connsiteY102" fmla="*/ 4674870 h 4804410"/>
                      <a:gd name="connsiteX103" fmla="*/ 7227570 w 10355580"/>
                      <a:gd name="connsiteY103" fmla="*/ 4655820 h 4804410"/>
                      <a:gd name="connsiteX104" fmla="*/ 7299960 w 10355580"/>
                      <a:gd name="connsiteY104" fmla="*/ 4480560 h 4804410"/>
                      <a:gd name="connsiteX105" fmla="*/ 7357110 w 10355580"/>
                      <a:gd name="connsiteY105" fmla="*/ 2853690 h 4804410"/>
                      <a:gd name="connsiteX106" fmla="*/ 7433310 w 10355580"/>
                      <a:gd name="connsiteY106" fmla="*/ 3051810 h 4804410"/>
                      <a:gd name="connsiteX107" fmla="*/ 7494270 w 10355580"/>
                      <a:gd name="connsiteY107" fmla="*/ 2937510 h 4804410"/>
                      <a:gd name="connsiteX108" fmla="*/ 7555230 w 10355580"/>
                      <a:gd name="connsiteY108" fmla="*/ 2910840 h 4804410"/>
                      <a:gd name="connsiteX109" fmla="*/ 7631430 w 10355580"/>
                      <a:gd name="connsiteY109" fmla="*/ 3055620 h 4804410"/>
                      <a:gd name="connsiteX110" fmla="*/ 7688580 w 10355580"/>
                      <a:gd name="connsiteY110" fmla="*/ 781050 h 4804410"/>
                      <a:gd name="connsiteX111" fmla="*/ 7753350 w 10355580"/>
                      <a:gd name="connsiteY111" fmla="*/ 681990 h 4804410"/>
                      <a:gd name="connsiteX112" fmla="*/ 7943850 w 10355580"/>
                      <a:gd name="connsiteY112" fmla="*/ 2225040 h 4804410"/>
                      <a:gd name="connsiteX113" fmla="*/ 8081010 w 10355580"/>
                      <a:gd name="connsiteY113" fmla="*/ 2632710 h 4804410"/>
                      <a:gd name="connsiteX114" fmla="*/ 8138160 w 10355580"/>
                      <a:gd name="connsiteY114" fmla="*/ 3901440 h 4804410"/>
                      <a:gd name="connsiteX115" fmla="*/ 8214360 w 10355580"/>
                      <a:gd name="connsiteY115" fmla="*/ 3589020 h 4804410"/>
                      <a:gd name="connsiteX116" fmla="*/ 8271510 w 10355580"/>
                      <a:gd name="connsiteY116" fmla="*/ 3950970 h 4804410"/>
                      <a:gd name="connsiteX117" fmla="*/ 8340090 w 10355580"/>
                      <a:gd name="connsiteY117" fmla="*/ 3733800 h 4804410"/>
                      <a:gd name="connsiteX118" fmla="*/ 8408670 w 10355580"/>
                      <a:gd name="connsiteY118" fmla="*/ 3394710 h 4804410"/>
                      <a:gd name="connsiteX119" fmla="*/ 8469630 w 10355580"/>
                      <a:gd name="connsiteY119" fmla="*/ 3760470 h 4804410"/>
                      <a:gd name="connsiteX120" fmla="*/ 8534400 w 10355580"/>
                      <a:gd name="connsiteY120" fmla="*/ 3844290 h 4804410"/>
                      <a:gd name="connsiteX121" fmla="*/ 8599170 w 10355580"/>
                      <a:gd name="connsiteY121" fmla="*/ 4053840 h 4804410"/>
                      <a:gd name="connsiteX122" fmla="*/ 8660130 w 10355580"/>
                      <a:gd name="connsiteY122" fmla="*/ 4152900 h 4804410"/>
                      <a:gd name="connsiteX123" fmla="*/ 8728710 w 10355580"/>
                      <a:gd name="connsiteY123" fmla="*/ 4091940 h 4804410"/>
                      <a:gd name="connsiteX124" fmla="*/ 8793480 w 10355580"/>
                      <a:gd name="connsiteY124" fmla="*/ 3909060 h 4804410"/>
                      <a:gd name="connsiteX125" fmla="*/ 8862060 w 10355580"/>
                      <a:gd name="connsiteY125" fmla="*/ 4038600 h 4804410"/>
                      <a:gd name="connsiteX126" fmla="*/ 8919210 w 10355580"/>
                      <a:gd name="connsiteY126" fmla="*/ 4457700 h 4804410"/>
                      <a:gd name="connsiteX127" fmla="*/ 8995410 w 10355580"/>
                      <a:gd name="connsiteY127" fmla="*/ 4122420 h 4804410"/>
                      <a:gd name="connsiteX128" fmla="*/ 9052560 w 10355580"/>
                      <a:gd name="connsiteY128" fmla="*/ 3569970 h 4804410"/>
                      <a:gd name="connsiteX129" fmla="*/ 9132570 w 10355580"/>
                      <a:gd name="connsiteY129" fmla="*/ 3832860 h 4804410"/>
                      <a:gd name="connsiteX130" fmla="*/ 9185910 w 10355580"/>
                      <a:gd name="connsiteY130" fmla="*/ 3813810 h 4804410"/>
                      <a:gd name="connsiteX131" fmla="*/ 9246870 w 10355580"/>
                      <a:gd name="connsiteY131" fmla="*/ 3642360 h 4804410"/>
                      <a:gd name="connsiteX132" fmla="*/ 9323070 w 10355580"/>
                      <a:gd name="connsiteY132" fmla="*/ 3169920 h 4804410"/>
                      <a:gd name="connsiteX133" fmla="*/ 9361170 w 10355580"/>
                      <a:gd name="connsiteY133" fmla="*/ 2644140 h 4804410"/>
                      <a:gd name="connsiteX134" fmla="*/ 9384030 w 10355580"/>
                      <a:gd name="connsiteY134" fmla="*/ 2373630 h 4804410"/>
                      <a:gd name="connsiteX135" fmla="*/ 9441180 w 10355580"/>
                      <a:gd name="connsiteY135" fmla="*/ 1916430 h 4804410"/>
                      <a:gd name="connsiteX136" fmla="*/ 9517380 w 10355580"/>
                      <a:gd name="connsiteY136" fmla="*/ 1668780 h 4804410"/>
                      <a:gd name="connsiteX137" fmla="*/ 9574530 w 10355580"/>
                      <a:gd name="connsiteY137" fmla="*/ 621030 h 4804410"/>
                      <a:gd name="connsiteX138" fmla="*/ 9612630 w 10355580"/>
                      <a:gd name="connsiteY138" fmla="*/ 1802130 h 4804410"/>
                      <a:gd name="connsiteX139" fmla="*/ 9639300 w 10355580"/>
                      <a:gd name="connsiteY139" fmla="*/ 2320290 h 4804410"/>
                      <a:gd name="connsiteX140" fmla="*/ 9711690 w 10355580"/>
                      <a:gd name="connsiteY140" fmla="*/ 1535430 h 4804410"/>
                      <a:gd name="connsiteX141" fmla="*/ 9765030 w 10355580"/>
                      <a:gd name="connsiteY141" fmla="*/ 182880 h 4804410"/>
                      <a:gd name="connsiteX142" fmla="*/ 9841230 w 10355580"/>
                      <a:gd name="connsiteY142" fmla="*/ 278130 h 4804410"/>
                      <a:gd name="connsiteX143" fmla="*/ 9906000 w 10355580"/>
                      <a:gd name="connsiteY143" fmla="*/ 487680 h 4804410"/>
                      <a:gd name="connsiteX144" fmla="*/ 9963150 w 10355580"/>
                      <a:gd name="connsiteY144" fmla="*/ 982980 h 4804410"/>
                      <a:gd name="connsiteX145" fmla="*/ 10027920 w 10355580"/>
                      <a:gd name="connsiteY145" fmla="*/ 3009900 h 4804410"/>
                      <a:gd name="connsiteX146" fmla="*/ 10096500 w 10355580"/>
                      <a:gd name="connsiteY146" fmla="*/ 3390900 h 4804410"/>
                      <a:gd name="connsiteX147" fmla="*/ 10165080 w 10355580"/>
                      <a:gd name="connsiteY147" fmla="*/ 2960370 h 4804410"/>
                      <a:gd name="connsiteX148" fmla="*/ 10222230 w 10355580"/>
                      <a:gd name="connsiteY148" fmla="*/ 2346960 h 4804410"/>
                      <a:gd name="connsiteX149" fmla="*/ 10302240 w 10355580"/>
                      <a:gd name="connsiteY149" fmla="*/ 2674620 h 4804410"/>
                      <a:gd name="connsiteX150" fmla="*/ 10355580 w 10355580"/>
                      <a:gd name="connsiteY150" fmla="*/ 4351020 h 4804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10355580" h="4804410" extrusionOk="0">
                        <a:moveTo>
                          <a:pt x="0" y="4701540"/>
                        </a:moveTo>
                        <a:cubicBezTo>
                          <a:pt x="72710" y="4470740"/>
                          <a:pt x="84763" y="4306710"/>
                          <a:pt x="87630" y="4168140"/>
                        </a:cubicBezTo>
                        <a:cubicBezTo>
                          <a:pt x="224309" y="3492379"/>
                          <a:pt x="149831" y="2887800"/>
                          <a:pt x="140970" y="2670810"/>
                        </a:cubicBezTo>
                        <a:cubicBezTo>
                          <a:pt x="45372" y="2399207"/>
                          <a:pt x="240849" y="1622968"/>
                          <a:pt x="175260" y="1489710"/>
                        </a:cubicBezTo>
                        <a:cubicBezTo>
                          <a:pt x="172177" y="1391440"/>
                          <a:pt x="189491" y="1041854"/>
                          <a:pt x="182880" y="769620"/>
                        </a:cubicBezTo>
                        <a:cubicBezTo>
                          <a:pt x="162415" y="489404"/>
                          <a:pt x="141753" y="289912"/>
                          <a:pt x="209550" y="0"/>
                        </a:cubicBezTo>
                        <a:cubicBezTo>
                          <a:pt x="183975" y="155180"/>
                          <a:pt x="261081" y="687127"/>
                          <a:pt x="274320" y="815340"/>
                        </a:cubicBezTo>
                        <a:cubicBezTo>
                          <a:pt x="167786" y="1407403"/>
                          <a:pt x="241497" y="2276505"/>
                          <a:pt x="335280" y="2682240"/>
                        </a:cubicBezTo>
                        <a:cubicBezTo>
                          <a:pt x="393444" y="2842448"/>
                          <a:pt x="392162" y="3411290"/>
                          <a:pt x="396240" y="3505200"/>
                        </a:cubicBezTo>
                        <a:cubicBezTo>
                          <a:pt x="422451" y="3232667"/>
                          <a:pt x="350959" y="2925849"/>
                          <a:pt x="472440" y="2465070"/>
                        </a:cubicBezTo>
                        <a:cubicBezTo>
                          <a:pt x="493512" y="2464716"/>
                          <a:pt x="516316" y="2469445"/>
                          <a:pt x="529590" y="2465070"/>
                        </a:cubicBezTo>
                        <a:cubicBezTo>
                          <a:pt x="555403" y="2315565"/>
                          <a:pt x="564672" y="2174887"/>
                          <a:pt x="598170" y="2125980"/>
                        </a:cubicBezTo>
                        <a:cubicBezTo>
                          <a:pt x="560154" y="2051161"/>
                          <a:pt x="691920" y="1726317"/>
                          <a:pt x="666750" y="1554480"/>
                        </a:cubicBezTo>
                        <a:cubicBezTo>
                          <a:pt x="670870" y="1734380"/>
                          <a:pt x="740439" y="1963200"/>
                          <a:pt x="731520" y="2145030"/>
                        </a:cubicBezTo>
                        <a:cubicBezTo>
                          <a:pt x="696536" y="2563820"/>
                          <a:pt x="644386" y="3306441"/>
                          <a:pt x="788670" y="3684270"/>
                        </a:cubicBezTo>
                        <a:cubicBezTo>
                          <a:pt x="785440" y="3907398"/>
                          <a:pt x="842206" y="4039228"/>
                          <a:pt x="864870" y="4171950"/>
                        </a:cubicBezTo>
                        <a:cubicBezTo>
                          <a:pt x="874903" y="4144672"/>
                          <a:pt x="884773" y="4050219"/>
                          <a:pt x="918210" y="3992880"/>
                        </a:cubicBezTo>
                        <a:cubicBezTo>
                          <a:pt x="889615" y="3557325"/>
                          <a:pt x="1072847" y="3103094"/>
                          <a:pt x="986790" y="2804160"/>
                        </a:cubicBezTo>
                        <a:cubicBezTo>
                          <a:pt x="1000741" y="2816569"/>
                          <a:pt x="1035253" y="2911533"/>
                          <a:pt x="1059180" y="2933700"/>
                        </a:cubicBezTo>
                        <a:cubicBezTo>
                          <a:pt x="1133848" y="3453163"/>
                          <a:pt x="1043069" y="3475831"/>
                          <a:pt x="1120140" y="4011930"/>
                        </a:cubicBezTo>
                        <a:cubicBezTo>
                          <a:pt x="1163549" y="4097098"/>
                          <a:pt x="1166883" y="4224060"/>
                          <a:pt x="1184910" y="4293870"/>
                        </a:cubicBezTo>
                        <a:cubicBezTo>
                          <a:pt x="1216256" y="4274371"/>
                          <a:pt x="1234418" y="4265173"/>
                          <a:pt x="1261110" y="4251960"/>
                        </a:cubicBezTo>
                        <a:cubicBezTo>
                          <a:pt x="1281426" y="4314978"/>
                          <a:pt x="1313556" y="4344010"/>
                          <a:pt x="1371600" y="4423410"/>
                        </a:cubicBezTo>
                        <a:cubicBezTo>
                          <a:pt x="1383217" y="4331023"/>
                          <a:pt x="1387625" y="4285688"/>
                          <a:pt x="1443990" y="4160520"/>
                        </a:cubicBezTo>
                        <a:cubicBezTo>
                          <a:pt x="1464092" y="4212547"/>
                          <a:pt x="1511605" y="4265470"/>
                          <a:pt x="1516380" y="4290060"/>
                        </a:cubicBezTo>
                        <a:cubicBezTo>
                          <a:pt x="1529946" y="4275766"/>
                          <a:pt x="1551168" y="4255387"/>
                          <a:pt x="1573530" y="4240530"/>
                        </a:cubicBezTo>
                        <a:cubicBezTo>
                          <a:pt x="1601208" y="4261950"/>
                          <a:pt x="1631913" y="4364636"/>
                          <a:pt x="1642110" y="4450080"/>
                        </a:cubicBezTo>
                        <a:cubicBezTo>
                          <a:pt x="1662552" y="4460971"/>
                          <a:pt x="1691998" y="4470499"/>
                          <a:pt x="1703070" y="4472940"/>
                        </a:cubicBezTo>
                        <a:cubicBezTo>
                          <a:pt x="1744954" y="4380434"/>
                          <a:pt x="1766452" y="4283867"/>
                          <a:pt x="1764030" y="4236720"/>
                        </a:cubicBezTo>
                        <a:cubicBezTo>
                          <a:pt x="1775966" y="4224825"/>
                          <a:pt x="1819646" y="4196362"/>
                          <a:pt x="1828800" y="4194810"/>
                        </a:cubicBezTo>
                        <a:cubicBezTo>
                          <a:pt x="1845639" y="4201558"/>
                          <a:pt x="1873910" y="4235971"/>
                          <a:pt x="1897380" y="4248150"/>
                        </a:cubicBezTo>
                        <a:cubicBezTo>
                          <a:pt x="1910351" y="4354774"/>
                          <a:pt x="1946960" y="4377466"/>
                          <a:pt x="1958340" y="4503420"/>
                        </a:cubicBezTo>
                        <a:cubicBezTo>
                          <a:pt x="1969112" y="4518297"/>
                          <a:pt x="2007671" y="4594228"/>
                          <a:pt x="2026920" y="4610100"/>
                        </a:cubicBezTo>
                        <a:cubicBezTo>
                          <a:pt x="2029908" y="4591312"/>
                          <a:pt x="2055348" y="4559543"/>
                          <a:pt x="2080260" y="4530090"/>
                        </a:cubicBezTo>
                        <a:cubicBezTo>
                          <a:pt x="2116136" y="4491961"/>
                          <a:pt x="2148814" y="4289975"/>
                          <a:pt x="2152650" y="4240530"/>
                        </a:cubicBezTo>
                        <a:cubicBezTo>
                          <a:pt x="2115212" y="4115312"/>
                          <a:pt x="2169852" y="3896979"/>
                          <a:pt x="2225040" y="3577590"/>
                        </a:cubicBezTo>
                        <a:cubicBezTo>
                          <a:pt x="2273154" y="3681447"/>
                          <a:pt x="2274668" y="3735606"/>
                          <a:pt x="2289810" y="3806190"/>
                        </a:cubicBezTo>
                        <a:cubicBezTo>
                          <a:pt x="2351175" y="3994473"/>
                          <a:pt x="2338281" y="4202433"/>
                          <a:pt x="2350770" y="4263390"/>
                        </a:cubicBezTo>
                        <a:cubicBezTo>
                          <a:pt x="2387684" y="4215539"/>
                          <a:pt x="2428585" y="4139828"/>
                          <a:pt x="2430780" y="4122420"/>
                        </a:cubicBezTo>
                        <a:cubicBezTo>
                          <a:pt x="2446801" y="3911704"/>
                          <a:pt x="2501481" y="3758186"/>
                          <a:pt x="2484120" y="3676650"/>
                        </a:cubicBezTo>
                        <a:cubicBezTo>
                          <a:pt x="2514091" y="3741729"/>
                          <a:pt x="2547863" y="3765693"/>
                          <a:pt x="2560320" y="3798570"/>
                        </a:cubicBezTo>
                        <a:cubicBezTo>
                          <a:pt x="2590709" y="3897016"/>
                          <a:pt x="2604368" y="4019789"/>
                          <a:pt x="2625090" y="4107180"/>
                        </a:cubicBezTo>
                        <a:cubicBezTo>
                          <a:pt x="2666488" y="4187413"/>
                          <a:pt x="2656857" y="4223358"/>
                          <a:pt x="2682240" y="4293870"/>
                        </a:cubicBezTo>
                        <a:cubicBezTo>
                          <a:pt x="2688756" y="4263732"/>
                          <a:pt x="2733314" y="4216847"/>
                          <a:pt x="2750820" y="4187190"/>
                        </a:cubicBezTo>
                        <a:cubicBezTo>
                          <a:pt x="2784745" y="4228781"/>
                          <a:pt x="2789258" y="4232270"/>
                          <a:pt x="2819400" y="4282440"/>
                        </a:cubicBezTo>
                        <a:cubicBezTo>
                          <a:pt x="2827214" y="4321574"/>
                          <a:pt x="2845455" y="4429129"/>
                          <a:pt x="2872740" y="4541520"/>
                        </a:cubicBezTo>
                        <a:cubicBezTo>
                          <a:pt x="2894428" y="4524851"/>
                          <a:pt x="2920614" y="4480069"/>
                          <a:pt x="2945130" y="4419600"/>
                        </a:cubicBezTo>
                        <a:cubicBezTo>
                          <a:pt x="2962475" y="4438003"/>
                          <a:pt x="2992156" y="4453198"/>
                          <a:pt x="3013710" y="4461510"/>
                        </a:cubicBezTo>
                        <a:cubicBezTo>
                          <a:pt x="3033875" y="4442095"/>
                          <a:pt x="3042725" y="4442103"/>
                          <a:pt x="3070860" y="4423410"/>
                        </a:cubicBezTo>
                        <a:cubicBezTo>
                          <a:pt x="3094441" y="4427724"/>
                          <a:pt x="3117019" y="4444107"/>
                          <a:pt x="3150870" y="4450080"/>
                        </a:cubicBezTo>
                        <a:cubicBezTo>
                          <a:pt x="3164098" y="4481666"/>
                          <a:pt x="3180830" y="4540778"/>
                          <a:pt x="3211830" y="4587240"/>
                        </a:cubicBezTo>
                        <a:cubicBezTo>
                          <a:pt x="3222125" y="4585826"/>
                          <a:pt x="3261928" y="4579974"/>
                          <a:pt x="3276600" y="4575810"/>
                        </a:cubicBezTo>
                        <a:cubicBezTo>
                          <a:pt x="3289189" y="4534370"/>
                          <a:pt x="3322408" y="4513955"/>
                          <a:pt x="3337560" y="4465320"/>
                        </a:cubicBezTo>
                        <a:cubicBezTo>
                          <a:pt x="3344937" y="4419832"/>
                          <a:pt x="3380372" y="4327201"/>
                          <a:pt x="3394710" y="4271010"/>
                        </a:cubicBezTo>
                        <a:cubicBezTo>
                          <a:pt x="3426609" y="4310090"/>
                          <a:pt x="3524851" y="4540477"/>
                          <a:pt x="3535680" y="4621530"/>
                        </a:cubicBezTo>
                        <a:cubicBezTo>
                          <a:pt x="3550730" y="4450008"/>
                          <a:pt x="3589660" y="4410354"/>
                          <a:pt x="3596640" y="4221480"/>
                        </a:cubicBezTo>
                        <a:cubicBezTo>
                          <a:pt x="3609596" y="4170017"/>
                          <a:pt x="3631070" y="4041494"/>
                          <a:pt x="3657600" y="3981450"/>
                        </a:cubicBezTo>
                        <a:cubicBezTo>
                          <a:pt x="3680909" y="3951171"/>
                          <a:pt x="3721558" y="3929934"/>
                          <a:pt x="3729990" y="3920490"/>
                        </a:cubicBezTo>
                        <a:cubicBezTo>
                          <a:pt x="3733106" y="3943237"/>
                          <a:pt x="3770031" y="3992997"/>
                          <a:pt x="3798570" y="4061460"/>
                        </a:cubicBezTo>
                        <a:cubicBezTo>
                          <a:pt x="3824766" y="3936656"/>
                          <a:pt x="3835961" y="3863472"/>
                          <a:pt x="3851910" y="3672840"/>
                        </a:cubicBezTo>
                        <a:cubicBezTo>
                          <a:pt x="3840934" y="3792046"/>
                          <a:pt x="3911864" y="4197226"/>
                          <a:pt x="3928110" y="4263390"/>
                        </a:cubicBezTo>
                        <a:cubicBezTo>
                          <a:pt x="3950709" y="4265216"/>
                          <a:pt x="3960480" y="4266299"/>
                          <a:pt x="3977640" y="4271010"/>
                        </a:cubicBezTo>
                        <a:cubicBezTo>
                          <a:pt x="4003370" y="4343359"/>
                          <a:pt x="4017222" y="4376832"/>
                          <a:pt x="4046220" y="4434840"/>
                        </a:cubicBezTo>
                        <a:cubicBezTo>
                          <a:pt x="4072601" y="4427422"/>
                          <a:pt x="4081290" y="4422775"/>
                          <a:pt x="4107180" y="4404360"/>
                        </a:cubicBezTo>
                        <a:cubicBezTo>
                          <a:pt x="4145460" y="4356352"/>
                          <a:pt x="4161491" y="4320880"/>
                          <a:pt x="4171950" y="4274820"/>
                        </a:cubicBezTo>
                        <a:cubicBezTo>
                          <a:pt x="4195296" y="4244224"/>
                          <a:pt x="4234685" y="4193560"/>
                          <a:pt x="4240530" y="4164330"/>
                        </a:cubicBezTo>
                        <a:cubicBezTo>
                          <a:pt x="4238798" y="4256506"/>
                          <a:pt x="4272102" y="4374299"/>
                          <a:pt x="4312920" y="4499610"/>
                        </a:cubicBezTo>
                        <a:cubicBezTo>
                          <a:pt x="4328119" y="4515041"/>
                          <a:pt x="4374667" y="4540687"/>
                          <a:pt x="4381500" y="4549140"/>
                        </a:cubicBezTo>
                        <a:cubicBezTo>
                          <a:pt x="4389178" y="4543965"/>
                          <a:pt x="4410604" y="4518461"/>
                          <a:pt x="4438650" y="4495800"/>
                        </a:cubicBezTo>
                        <a:cubicBezTo>
                          <a:pt x="4463316" y="4505641"/>
                          <a:pt x="4483667" y="4501743"/>
                          <a:pt x="4507230" y="4511040"/>
                        </a:cubicBezTo>
                        <a:cubicBezTo>
                          <a:pt x="4548495" y="4588467"/>
                          <a:pt x="4532955" y="4728044"/>
                          <a:pt x="4568190" y="4804410"/>
                        </a:cubicBezTo>
                        <a:cubicBezTo>
                          <a:pt x="4603034" y="4711897"/>
                          <a:pt x="4618911" y="4672752"/>
                          <a:pt x="4629150" y="4602480"/>
                        </a:cubicBezTo>
                        <a:cubicBezTo>
                          <a:pt x="4654407" y="4623671"/>
                          <a:pt x="4691804" y="4695250"/>
                          <a:pt x="4701540" y="4709160"/>
                        </a:cubicBezTo>
                        <a:cubicBezTo>
                          <a:pt x="4717048" y="4656061"/>
                          <a:pt x="4735192" y="4598893"/>
                          <a:pt x="4762500" y="4491990"/>
                        </a:cubicBezTo>
                        <a:cubicBezTo>
                          <a:pt x="4779067" y="4501076"/>
                          <a:pt x="4801892" y="4511905"/>
                          <a:pt x="4827270" y="4514850"/>
                        </a:cubicBezTo>
                        <a:cubicBezTo>
                          <a:pt x="4857853" y="4471801"/>
                          <a:pt x="4870149" y="4444761"/>
                          <a:pt x="4892040" y="4431030"/>
                        </a:cubicBezTo>
                        <a:cubicBezTo>
                          <a:pt x="4905016" y="4428292"/>
                          <a:pt x="4930168" y="4419217"/>
                          <a:pt x="4953000" y="4404360"/>
                        </a:cubicBezTo>
                        <a:cubicBezTo>
                          <a:pt x="4978522" y="4415577"/>
                          <a:pt x="4995489" y="4424002"/>
                          <a:pt x="5029200" y="4434840"/>
                        </a:cubicBezTo>
                        <a:cubicBezTo>
                          <a:pt x="5049395" y="4465137"/>
                          <a:pt x="5061202" y="4477751"/>
                          <a:pt x="5082540" y="4495800"/>
                        </a:cubicBezTo>
                        <a:cubicBezTo>
                          <a:pt x="5101294" y="4501129"/>
                          <a:pt x="5129824" y="4497896"/>
                          <a:pt x="5147310" y="4503420"/>
                        </a:cubicBezTo>
                        <a:cubicBezTo>
                          <a:pt x="5169474" y="4496089"/>
                          <a:pt x="5204011" y="4460403"/>
                          <a:pt x="5223510" y="4457700"/>
                        </a:cubicBezTo>
                        <a:cubicBezTo>
                          <a:pt x="5260637" y="4463687"/>
                          <a:pt x="5300409" y="4499849"/>
                          <a:pt x="5372100" y="4545330"/>
                        </a:cubicBezTo>
                        <a:cubicBezTo>
                          <a:pt x="5384060" y="4549630"/>
                          <a:pt x="5412946" y="4542738"/>
                          <a:pt x="5421630" y="4545330"/>
                        </a:cubicBezTo>
                        <a:cubicBezTo>
                          <a:pt x="5447921" y="4575454"/>
                          <a:pt x="5463088" y="4601930"/>
                          <a:pt x="5490210" y="4652010"/>
                        </a:cubicBezTo>
                        <a:cubicBezTo>
                          <a:pt x="5506079" y="4656893"/>
                          <a:pt x="5540728" y="4663428"/>
                          <a:pt x="5547360" y="4659630"/>
                        </a:cubicBezTo>
                        <a:cubicBezTo>
                          <a:pt x="5543336" y="4606868"/>
                          <a:pt x="5592409" y="4444471"/>
                          <a:pt x="5596890" y="4373880"/>
                        </a:cubicBezTo>
                        <a:cubicBezTo>
                          <a:pt x="5622660" y="4382107"/>
                          <a:pt x="5637329" y="4382613"/>
                          <a:pt x="5669280" y="4392930"/>
                        </a:cubicBezTo>
                        <a:cubicBezTo>
                          <a:pt x="5669013" y="4413177"/>
                          <a:pt x="5719486" y="4487485"/>
                          <a:pt x="5737860" y="4499610"/>
                        </a:cubicBezTo>
                        <a:cubicBezTo>
                          <a:pt x="5761736" y="4502332"/>
                          <a:pt x="5797619" y="4524179"/>
                          <a:pt x="5806440" y="4522470"/>
                        </a:cubicBezTo>
                        <a:cubicBezTo>
                          <a:pt x="5816664" y="4534248"/>
                          <a:pt x="5861833" y="4564771"/>
                          <a:pt x="5867400" y="4575810"/>
                        </a:cubicBezTo>
                        <a:cubicBezTo>
                          <a:pt x="5879565" y="4575482"/>
                          <a:pt x="5912453" y="4589933"/>
                          <a:pt x="5939790" y="4591050"/>
                        </a:cubicBezTo>
                        <a:cubicBezTo>
                          <a:pt x="5963643" y="4548318"/>
                          <a:pt x="6007159" y="4521440"/>
                          <a:pt x="6008370" y="4507230"/>
                        </a:cubicBezTo>
                        <a:cubicBezTo>
                          <a:pt x="6054419" y="4499838"/>
                          <a:pt x="6086833" y="4508254"/>
                          <a:pt x="6164580" y="4514850"/>
                        </a:cubicBezTo>
                        <a:cubicBezTo>
                          <a:pt x="6178661" y="4526092"/>
                          <a:pt x="6226630" y="4553890"/>
                          <a:pt x="6248400" y="4560570"/>
                        </a:cubicBezTo>
                        <a:cubicBezTo>
                          <a:pt x="6286625" y="4548396"/>
                          <a:pt x="6314821" y="4518114"/>
                          <a:pt x="6332220" y="4514850"/>
                        </a:cubicBezTo>
                        <a:cubicBezTo>
                          <a:pt x="6353629" y="4522162"/>
                          <a:pt x="6377507" y="4525570"/>
                          <a:pt x="6393180" y="4522470"/>
                        </a:cubicBezTo>
                        <a:cubicBezTo>
                          <a:pt x="6414550" y="4549677"/>
                          <a:pt x="6448530" y="4578830"/>
                          <a:pt x="6454140" y="4598670"/>
                        </a:cubicBezTo>
                        <a:cubicBezTo>
                          <a:pt x="6463958" y="4610659"/>
                          <a:pt x="6510223" y="4628637"/>
                          <a:pt x="6534150" y="4636770"/>
                        </a:cubicBezTo>
                        <a:cubicBezTo>
                          <a:pt x="6582942" y="4638672"/>
                          <a:pt x="6670170" y="4660836"/>
                          <a:pt x="6720840" y="4652010"/>
                        </a:cubicBezTo>
                        <a:cubicBezTo>
                          <a:pt x="6763715" y="4661764"/>
                          <a:pt x="6831391" y="4664186"/>
                          <a:pt x="6877050" y="4690110"/>
                        </a:cubicBezTo>
                        <a:cubicBezTo>
                          <a:pt x="6900063" y="4691191"/>
                          <a:pt x="6965822" y="4725244"/>
                          <a:pt x="6995160" y="4724400"/>
                        </a:cubicBezTo>
                        <a:cubicBezTo>
                          <a:pt x="7046787" y="4739478"/>
                          <a:pt x="7049633" y="4759338"/>
                          <a:pt x="7098030" y="4777740"/>
                        </a:cubicBezTo>
                        <a:cubicBezTo>
                          <a:pt x="7121776" y="4743253"/>
                          <a:pt x="7165958" y="4697273"/>
                          <a:pt x="7170420" y="4674870"/>
                        </a:cubicBezTo>
                        <a:cubicBezTo>
                          <a:pt x="7197654" y="4669537"/>
                          <a:pt x="7208095" y="4664138"/>
                          <a:pt x="7227570" y="4655820"/>
                        </a:cubicBezTo>
                        <a:cubicBezTo>
                          <a:pt x="7249728" y="4601941"/>
                          <a:pt x="7276890" y="4506590"/>
                          <a:pt x="7299960" y="4480560"/>
                        </a:cubicBezTo>
                        <a:cubicBezTo>
                          <a:pt x="7257801" y="3989767"/>
                          <a:pt x="7417229" y="3212837"/>
                          <a:pt x="7357110" y="2853690"/>
                        </a:cubicBezTo>
                        <a:cubicBezTo>
                          <a:pt x="7384733" y="2882154"/>
                          <a:pt x="7439716" y="3022898"/>
                          <a:pt x="7433310" y="3051810"/>
                        </a:cubicBezTo>
                        <a:cubicBezTo>
                          <a:pt x="7460372" y="3005654"/>
                          <a:pt x="7484807" y="2966472"/>
                          <a:pt x="7494270" y="2937510"/>
                        </a:cubicBezTo>
                        <a:cubicBezTo>
                          <a:pt x="7511741" y="2934099"/>
                          <a:pt x="7528046" y="2918898"/>
                          <a:pt x="7555230" y="2910840"/>
                        </a:cubicBezTo>
                        <a:cubicBezTo>
                          <a:pt x="7576032" y="2957680"/>
                          <a:pt x="7581973" y="2991747"/>
                          <a:pt x="7631430" y="3055620"/>
                        </a:cubicBezTo>
                        <a:cubicBezTo>
                          <a:pt x="7765112" y="2345332"/>
                          <a:pt x="7808200" y="1499149"/>
                          <a:pt x="7688580" y="781050"/>
                        </a:cubicBezTo>
                        <a:cubicBezTo>
                          <a:pt x="7701905" y="746227"/>
                          <a:pt x="7738989" y="705133"/>
                          <a:pt x="7753350" y="681990"/>
                        </a:cubicBezTo>
                        <a:cubicBezTo>
                          <a:pt x="7709869" y="908405"/>
                          <a:pt x="7955202" y="1631477"/>
                          <a:pt x="7943850" y="2225040"/>
                        </a:cubicBezTo>
                        <a:cubicBezTo>
                          <a:pt x="7996441" y="2431882"/>
                          <a:pt x="8042471" y="2586763"/>
                          <a:pt x="8081010" y="2632710"/>
                        </a:cubicBezTo>
                        <a:cubicBezTo>
                          <a:pt x="8084882" y="2849836"/>
                          <a:pt x="8117186" y="3683783"/>
                          <a:pt x="8138160" y="3901440"/>
                        </a:cubicBezTo>
                        <a:cubicBezTo>
                          <a:pt x="8190816" y="3793130"/>
                          <a:pt x="8202775" y="3642492"/>
                          <a:pt x="8214360" y="3589020"/>
                        </a:cubicBezTo>
                        <a:cubicBezTo>
                          <a:pt x="8260482" y="3733117"/>
                          <a:pt x="8256115" y="3879806"/>
                          <a:pt x="8271510" y="3950970"/>
                        </a:cubicBezTo>
                        <a:cubicBezTo>
                          <a:pt x="8283723" y="3875296"/>
                          <a:pt x="8321737" y="3752758"/>
                          <a:pt x="8340090" y="3733800"/>
                        </a:cubicBezTo>
                        <a:cubicBezTo>
                          <a:pt x="8376203" y="3597782"/>
                          <a:pt x="8385919" y="3474808"/>
                          <a:pt x="8408670" y="3394710"/>
                        </a:cubicBezTo>
                        <a:cubicBezTo>
                          <a:pt x="8411953" y="3485190"/>
                          <a:pt x="8419624" y="3648086"/>
                          <a:pt x="8469630" y="3760470"/>
                        </a:cubicBezTo>
                        <a:cubicBezTo>
                          <a:pt x="8473859" y="3772523"/>
                          <a:pt x="8509947" y="3806366"/>
                          <a:pt x="8534400" y="3844290"/>
                        </a:cubicBezTo>
                        <a:cubicBezTo>
                          <a:pt x="8555624" y="3948300"/>
                          <a:pt x="8550929" y="3960413"/>
                          <a:pt x="8599170" y="4053840"/>
                        </a:cubicBezTo>
                        <a:cubicBezTo>
                          <a:pt x="8633780" y="4099856"/>
                          <a:pt x="8627153" y="4116834"/>
                          <a:pt x="8660130" y="4152900"/>
                        </a:cubicBezTo>
                        <a:cubicBezTo>
                          <a:pt x="8686099" y="4131408"/>
                          <a:pt x="8692655" y="4113781"/>
                          <a:pt x="8728710" y="4091940"/>
                        </a:cubicBezTo>
                        <a:cubicBezTo>
                          <a:pt x="8752093" y="4000675"/>
                          <a:pt x="8773600" y="3985055"/>
                          <a:pt x="8793480" y="3909060"/>
                        </a:cubicBezTo>
                        <a:cubicBezTo>
                          <a:pt x="8808922" y="3956597"/>
                          <a:pt x="8846561" y="4017723"/>
                          <a:pt x="8862060" y="4038600"/>
                        </a:cubicBezTo>
                        <a:cubicBezTo>
                          <a:pt x="8865703" y="4138814"/>
                          <a:pt x="8922627" y="4404845"/>
                          <a:pt x="8919210" y="4457700"/>
                        </a:cubicBezTo>
                        <a:cubicBezTo>
                          <a:pt x="8932833" y="4369216"/>
                          <a:pt x="8974069" y="4172863"/>
                          <a:pt x="8995410" y="4122420"/>
                        </a:cubicBezTo>
                        <a:cubicBezTo>
                          <a:pt x="9035060" y="3986667"/>
                          <a:pt x="9034815" y="3785550"/>
                          <a:pt x="9052560" y="3569970"/>
                        </a:cubicBezTo>
                        <a:cubicBezTo>
                          <a:pt x="9053528" y="3598957"/>
                          <a:pt x="9103334" y="3776057"/>
                          <a:pt x="9132570" y="3832860"/>
                        </a:cubicBezTo>
                        <a:cubicBezTo>
                          <a:pt x="9157379" y="3820740"/>
                          <a:pt x="9177733" y="3813181"/>
                          <a:pt x="9185910" y="3813810"/>
                        </a:cubicBezTo>
                        <a:cubicBezTo>
                          <a:pt x="9213562" y="3776268"/>
                          <a:pt x="9234368" y="3676916"/>
                          <a:pt x="9246870" y="3642360"/>
                        </a:cubicBezTo>
                        <a:cubicBezTo>
                          <a:pt x="9282944" y="3583877"/>
                          <a:pt x="9308366" y="3242703"/>
                          <a:pt x="9323070" y="3169920"/>
                        </a:cubicBezTo>
                        <a:cubicBezTo>
                          <a:pt x="9328436" y="2916670"/>
                          <a:pt x="9352764" y="2730141"/>
                          <a:pt x="9361170" y="2644140"/>
                        </a:cubicBezTo>
                        <a:cubicBezTo>
                          <a:pt x="9362563" y="2599514"/>
                          <a:pt x="9353252" y="2451148"/>
                          <a:pt x="9384030" y="2373630"/>
                        </a:cubicBezTo>
                        <a:cubicBezTo>
                          <a:pt x="9379841" y="2325812"/>
                          <a:pt x="9452345" y="2108321"/>
                          <a:pt x="9441180" y="1916430"/>
                        </a:cubicBezTo>
                        <a:cubicBezTo>
                          <a:pt x="9461909" y="1883081"/>
                          <a:pt x="9477913" y="1778845"/>
                          <a:pt x="9517380" y="1668780"/>
                        </a:cubicBezTo>
                        <a:cubicBezTo>
                          <a:pt x="9533345" y="1380327"/>
                          <a:pt x="9596198" y="1048170"/>
                          <a:pt x="9574530" y="621030"/>
                        </a:cubicBezTo>
                        <a:cubicBezTo>
                          <a:pt x="9550354" y="1104866"/>
                          <a:pt x="9512040" y="1375493"/>
                          <a:pt x="9612630" y="1802130"/>
                        </a:cubicBezTo>
                        <a:cubicBezTo>
                          <a:pt x="9616426" y="1966384"/>
                          <a:pt x="9627354" y="2107998"/>
                          <a:pt x="9639300" y="2320290"/>
                        </a:cubicBezTo>
                        <a:cubicBezTo>
                          <a:pt x="9665697" y="2094957"/>
                          <a:pt x="9728776" y="1767438"/>
                          <a:pt x="9711690" y="1535430"/>
                        </a:cubicBezTo>
                        <a:cubicBezTo>
                          <a:pt x="9658818" y="896200"/>
                          <a:pt x="9742683" y="690983"/>
                          <a:pt x="9765030" y="182880"/>
                        </a:cubicBezTo>
                        <a:cubicBezTo>
                          <a:pt x="9780274" y="216904"/>
                          <a:pt x="9810521" y="229382"/>
                          <a:pt x="9841230" y="278130"/>
                        </a:cubicBezTo>
                        <a:cubicBezTo>
                          <a:pt x="9859948" y="318590"/>
                          <a:pt x="9877579" y="439881"/>
                          <a:pt x="9906000" y="487680"/>
                        </a:cubicBezTo>
                        <a:cubicBezTo>
                          <a:pt x="9929937" y="546515"/>
                          <a:pt x="9939669" y="880096"/>
                          <a:pt x="9963150" y="982980"/>
                        </a:cubicBezTo>
                        <a:cubicBezTo>
                          <a:pt x="9814913" y="1244688"/>
                          <a:pt x="9910567" y="2272422"/>
                          <a:pt x="10027920" y="3009900"/>
                        </a:cubicBezTo>
                        <a:cubicBezTo>
                          <a:pt x="10039478" y="3083898"/>
                          <a:pt x="10059595" y="3344904"/>
                          <a:pt x="10096500" y="3390900"/>
                        </a:cubicBezTo>
                        <a:cubicBezTo>
                          <a:pt x="10114952" y="3323037"/>
                          <a:pt x="10176612" y="3006689"/>
                          <a:pt x="10165080" y="2960370"/>
                        </a:cubicBezTo>
                        <a:cubicBezTo>
                          <a:pt x="10227262" y="2700202"/>
                          <a:pt x="10159898" y="2437401"/>
                          <a:pt x="10222230" y="2346960"/>
                        </a:cubicBezTo>
                        <a:cubicBezTo>
                          <a:pt x="10233648" y="2406216"/>
                          <a:pt x="10300383" y="2627914"/>
                          <a:pt x="10302240" y="2674620"/>
                        </a:cubicBezTo>
                        <a:cubicBezTo>
                          <a:pt x="10297804" y="2853237"/>
                          <a:pt x="10226977" y="3976269"/>
                          <a:pt x="10355580" y="4351020"/>
                        </a:cubicBezTo>
                      </a:path>
                    </a:pathLst>
                  </a:custGeom>
                  <ask:type>
                    <ask:lineSketchNone/>
                  </ask:type>
                </ask:lineSketchStyleProps>
              </a:ext>
            </a:extLst>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15" name="Straight Connector 14">
            <a:extLst>
              <a:ext uri="{FF2B5EF4-FFF2-40B4-BE49-F238E27FC236}">
                <a16:creationId xmlns:a16="http://schemas.microsoft.com/office/drawing/2014/main" id="{CA5F0199-D62A-B1AD-7D75-A3939BCD00D0}"/>
              </a:ext>
            </a:extLst>
          </p:cNvPr>
          <p:cNvCxnSpPr>
            <a:cxnSpLocks/>
          </p:cNvCxnSpPr>
          <p:nvPr/>
        </p:nvCxnSpPr>
        <p:spPr>
          <a:xfrm>
            <a:off x="788697" y="5597360"/>
            <a:ext cx="91440" cy="0"/>
          </a:xfrm>
          <a:prstGeom prst="line">
            <a:avLst/>
          </a:prstGeom>
          <a:noFill/>
          <a:ln w="22225" cap="rnd">
            <a:solidFill>
              <a:schemeClr val="bg1">
                <a:lumMod val="95000"/>
              </a:schemeClr>
            </a:solidFill>
            <a:round/>
            <a:extLst>
              <a:ext uri="{C807C97D-BFC1-408E-A445-0C87EB9F89A2}">
                <ask:lineSketchStyleProps xmlns:ask="http://schemas.microsoft.com/office/drawing/2018/sketchyshapes" sd="1219033472">
                  <a:custGeom>
                    <a:avLst/>
                    <a:gdLst>
                      <a:gd name="connsiteX0" fmla="*/ 0 w 10355580"/>
                      <a:gd name="connsiteY0" fmla="*/ 4701540 h 4804410"/>
                      <a:gd name="connsiteX1" fmla="*/ 87630 w 10355580"/>
                      <a:gd name="connsiteY1" fmla="*/ 4168140 h 4804410"/>
                      <a:gd name="connsiteX2" fmla="*/ 140970 w 10355580"/>
                      <a:gd name="connsiteY2" fmla="*/ 2670810 h 4804410"/>
                      <a:gd name="connsiteX3" fmla="*/ 175260 w 10355580"/>
                      <a:gd name="connsiteY3" fmla="*/ 1489710 h 4804410"/>
                      <a:gd name="connsiteX4" fmla="*/ 182880 w 10355580"/>
                      <a:gd name="connsiteY4" fmla="*/ 769620 h 4804410"/>
                      <a:gd name="connsiteX5" fmla="*/ 209550 w 10355580"/>
                      <a:gd name="connsiteY5" fmla="*/ 0 h 4804410"/>
                      <a:gd name="connsiteX6" fmla="*/ 274320 w 10355580"/>
                      <a:gd name="connsiteY6" fmla="*/ 815340 h 4804410"/>
                      <a:gd name="connsiteX7" fmla="*/ 335280 w 10355580"/>
                      <a:gd name="connsiteY7" fmla="*/ 2682240 h 4804410"/>
                      <a:gd name="connsiteX8" fmla="*/ 396240 w 10355580"/>
                      <a:gd name="connsiteY8" fmla="*/ 3505200 h 4804410"/>
                      <a:gd name="connsiteX9" fmla="*/ 472440 w 10355580"/>
                      <a:gd name="connsiteY9" fmla="*/ 2465070 h 4804410"/>
                      <a:gd name="connsiteX10" fmla="*/ 529590 w 10355580"/>
                      <a:gd name="connsiteY10" fmla="*/ 2465070 h 4804410"/>
                      <a:gd name="connsiteX11" fmla="*/ 598170 w 10355580"/>
                      <a:gd name="connsiteY11" fmla="*/ 2125980 h 4804410"/>
                      <a:gd name="connsiteX12" fmla="*/ 666750 w 10355580"/>
                      <a:gd name="connsiteY12" fmla="*/ 1554480 h 4804410"/>
                      <a:gd name="connsiteX13" fmla="*/ 731520 w 10355580"/>
                      <a:gd name="connsiteY13" fmla="*/ 2145030 h 4804410"/>
                      <a:gd name="connsiteX14" fmla="*/ 788670 w 10355580"/>
                      <a:gd name="connsiteY14" fmla="*/ 3684270 h 4804410"/>
                      <a:gd name="connsiteX15" fmla="*/ 864870 w 10355580"/>
                      <a:gd name="connsiteY15" fmla="*/ 4171950 h 4804410"/>
                      <a:gd name="connsiteX16" fmla="*/ 918210 w 10355580"/>
                      <a:gd name="connsiteY16" fmla="*/ 3992880 h 4804410"/>
                      <a:gd name="connsiteX17" fmla="*/ 986790 w 10355580"/>
                      <a:gd name="connsiteY17" fmla="*/ 2804160 h 4804410"/>
                      <a:gd name="connsiteX18" fmla="*/ 1059180 w 10355580"/>
                      <a:gd name="connsiteY18" fmla="*/ 2933700 h 4804410"/>
                      <a:gd name="connsiteX19" fmla="*/ 1120140 w 10355580"/>
                      <a:gd name="connsiteY19" fmla="*/ 4011930 h 4804410"/>
                      <a:gd name="connsiteX20" fmla="*/ 1184910 w 10355580"/>
                      <a:gd name="connsiteY20" fmla="*/ 4293870 h 4804410"/>
                      <a:gd name="connsiteX21" fmla="*/ 1261110 w 10355580"/>
                      <a:gd name="connsiteY21" fmla="*/ 4251960 h 4804410"/>
                      <a:gd name="connsiteX22" fmla="*/ 1371600 w 10355580"/>
                      <a:gd name="connsiteY22" fmla="*/ 4423410 h 4804410"/>
                      <a:gd name="connsiteX23" fmla="*/ 1443990 w 10355580"/>
                      <a:gd name="connsiteY23" fmla="*/ 4160520 h 4804410"/>
                      <a:gd name="connsiteX24" fmla="*/ 1516380 w 10355580"/>
                      <a:gd name="connsiteY24" fmla="*/ 4290060 h 4804410"/>
                      <a:gd name="connsiteX25" fmla="*/ 1573530 w 10355580"/>
                      <a:gd name="connsiteY25" fmla="*/ 4240530 h 4804410"/>
                      <a:gd name="connsiteX26" fmla="*/ 1642110 w 10355580"/>
                      <a:gd name="connsiteY26" fmla="*/ 4450080 h 4804410"/>
                      <a:gd name="connsiteX27" fmla="*/ 1703070 w 10355580"/>
                      <a:gd name="connsiteY27" fmla="*/ 4472940 h 4804410"/>
                      <a:gd name="connsiteX28" fmla="*/ 1764030 w 10355580"/>
                      <a:gd name="connsiteY28" fmla="*/ 4236720 h 4804410"/>
                      <a:gd name="connsiteX29" fmla="*/ 1828800 w 10355580"/>
                      <a:gd name="connsiteY29" fmla="*/ 4194810 h 4804410"/>
                      <a:gd name="connsiteX30" fmla="*/ 1897380 w 10355580"/>
                      <a:gd name="connsiteY30" fmla="*/ 4248150 h 4804410"/>
                      <a:gd name="connsiteX31" fmla="*/ 1958340 w 10355580"/>
                      <a:gd name="connsiteY31" fmla="*/ 4503420 h 4804410"/>
                      <a:gd name="connsiteX32" fmla="*/ 2026920 w 10355580"/>
                      <a:gd name="connsiteY32" fmla="*/ 4610100 h 4804410"/>
                      <a:gd name="connsiteX33" fmla="*/ 2080260 w 10355580"/>
                      <a:gd name="connsiteY33" fmla="*/ 4530090 h 4804410"/>
                      <a:gd name="connsiteX34" fmla="*/ 2152650 w 10355580"/>
                      <a:gd name="connsiteY34" fmla="*/ 4240530 h 4804410"/>
                      <a:gd name="connsiteX35" fmla="*/ 2225040 w 10355580"/>
                      <a:gd name="connsiteY35" fmla="*/ 3577590 h 4804410"/>
                      <a:gd name="connsiteX36" fmla="*/ 2289810 w 10355580"/>
                      <a:gd name="connsiteY36" fmla="*/ 3806190 h 4804410"/>
                      <a:gd name="connsiteX37" fmla="*/ 2350770 w 10355580"/>
                      <a:gd name="connsiteY37" fmla="*/ 4263390 h 4804410"/>
                      <a:gd name="connsiteX38" fmla="*/ 2430780 w 10355580"/>
                      <a:gd name="connsiteY38" fmla="*/ 4122420 h 4804410"/>
                      <a:gd name="connsiteX39" fmla="*/ 2484120 w 10355580"/>
                      <a:gd name="connsiteY39" fmla="*/ 3676650 h 4804410"/>
                      <a:gd name="connsiteX40" fmla="*/ 2560320 w 10355580"/>
                      <a:gd name="connsiteY40" fmla="*/ 3798570 h 4804410"/>
                      <a:gd name="connsiteX41" fmla="*/ 2625090 w 10355580"/>
                      <a:gd name="connsiteY41" fmla="*/ 4107180 h 4804410"/>
                      <a:gd name="connsiteX42" fmla="*/ 2682240 w 10355580"/>
                      <a:gd name="connsiteY42" fmla="*/ 4293870 h 4804410"/>
                      <a:gd name="connsiteX43" fmla="*/ 2750820 w 10355580"/>
                      <a:gd name="connsiteY43" fmla="*/ 4187190 h 4804410"/>
                      <a:gd name="connsiteX44" fmla="*/ 2819400 w 10355580"/>
                      <a:gd name="connsiteY44" fmla="*/ 4282440 h 4804410"/>
                      <a:gd name="connsiteX45" fmla="*/ 2872740 w 10355580"/>
                      <a:gd name="connsiteY45" fmla="*/ 4541520 h 4804410"/>
                      <a:gd name="connsiteX46" fmla="*/ 2945130 w 10355580"/>
                      <a:gd name="connsiteY46" fmla="*/ 4419600 h 4804410"/>
                      <a:gd name="connsiteX47" fmla="*/ 3013710 w 10355580"/>
                      <a:gd name="connsiteY47" fmla="*/ 4461510 h 4804410"/>
                      <a:gd name="connsiteX48" fmla="*/ 3070860 w 10355580"/>
                      <a:gd name="connsiteY48" fmla="*/ 4423410 h 4804410"/>
                      <a:gd name="connsiteX49" fmla="*/ 3150870 w 10355580"/>
                      <a:gd name="connsiteY49" fmla="*/ 4450080 h 4804410"/>
                      <a:gd name="connsiteX50" fmla="*/ 3211830 w 10355580"/>
                      <a:gd name="connsiteY50" fmla="*/ 4587240 h 4804410"/>
                      <a:gd name="connsiteX51" fmla="*/ 3276600 w 10355580"/>
                      <a:gd name="connsiteY51" fmla="*/ 4575810 h 4804410"/>
                      <a:gd name="connsiteX52" fmla="*/ 3337560 w 10355580"/>
                      <a:gd name="connsiteY52" fmla="*/ 4465320 h 4804410"/>
                      <a:gd name="connsiteX53" fmla="*/ 3394710 w 10355580"/>
                      <a:gd name="connsiteY53" fmla="*/ 4271010 h 4804410"/>
                      <a:gd name="connsiteX54" fmla="*/ 3535680 w 10355580"/>
                      <a:gd name="connsiteY54" fmla="*/ 4621530 h 4804410"/>
                      <a:gd name="connsiteX55" fmla="*/ 3596640 w 10355580"/>
                      <a:gd name="connsiteY55" fmla="*/ 4221480 h 4804410"/>
                      <a:gd name="connsiteX56" fmla="*/ 3657600 w 10355580"/>
                      <a:gd name="connsiteY56" fmla="*/ 3981450 h 4804410"/>
                      <a:gd name="connsiteX57" fmla="*/ 3729990 w 10355580"/>
                      <a:gd name="connsiteY57" fmla="*/ 3920490 h 4804410"/>
                      <a:gd name="connsiteX58" fmla="*/ 3798570 w 10355580"/>
                      <a:gd name="connsiteY58" fmla="*/ 4061460 h 4804410"/>
                      <a:gd name="connsiteX59" fmla="*/ 3851910 w 10355580"/>
                      <a:gd name="connsiteY59" fmla="*/ 3672840 h 4804410"/>
                      <a:gd name="connsiteX60" fmla="*/ 3928110 w 10355580"/>
                      <a:gd name="connsiteY60" fmla="*/ 4263390 h 4804410"/>
                      <a:gd name="connsiteX61" fmla="*/ 3977640 w 10355580"/>
                      <a:gd name="connsiteY61" fmla="*/ 4271010 h 4804410"/>
                      <a:gd name="connsiteX62" fmla="*/ 4046220 w 10355580"/>
                      <a:gd name="connsiteY62" fmla="*/ 4434840 h 4804410"/>
                      <a:gd name="connsiteX63" fmla="*/ 4107180 w 10355580"/>
                      <a:gd name="connsiteY63" fmla="*/ 4404360 h 4804410"/>
                      <a:gd name="connsiteX64" fmla="*/ 4171950 w 10355580"/>
                      <a:gd name="connsiteY64" fmla="*/ 4274820 h 4804410"/>
                      <a:gd name="connsiteX65" fmla="*/ 4240530 w 10355580"/>
                      <a:gd name="connsiteY65" fmla="*/ 4164330 h 4804410"/>
                      <a:gd name="connsiteX66" fmla="*/ 4312920 w 10355580"/>
                      <a:gd name="connsiteY66" fmla="*/ 4499610 h 4804410"/>
                      <a:gd name="connsiteX67" fmla="*/ 4381500 w 10355580"/>
                      <a:gd name="connsiteY67" fmla="*/ 4549140 h 4804410"/>
                      <a:gd name="connsiteX68" fmla="*/ 4438650 w 10355580"/>
                      <a:gd name="connsiteY68" fmla="*/ 4495800 h 4804410"/>
                      <a:gd name="connsiteX69" fmla="*/ 4507230 w 10355580"/>
                      <a:gd name="connsiteY69" fmla="*/ 4511040 h 4804410"/>
                      <a:gd name="connsiteX70" fmla="*/ 4568190 w 10355580"/>
                      <a:gd name="connsiteY70" fmla="*/ 4804410 h 4804410"/>
                      <a:gd name="connsiteX71" fmla="*/ 4629150 w 10355580"/>
                      <a:gd name="connsiteY71" fmla="*/ 4602480 h 4804410"/>
                      <a:gd name="connsiteX72" fmla="*/ 4701540 w 10355580"/>
                      <a:gd name="connsiteY72" fmla="*/ 4709160 h 4804410"/>
                      <a:gd name="connsiteX73" fmla="*/ 4762500 w 10355580"/>
                      <a:gd name="connsiteY73" fmla="*/ 4491990 h 4804410"/>
                      <a:gd name="connsiteX74" fmla="*/ 4827270 w 10355580"/>
                      <a:gd name="connsiteY74" fmla="*/ 4514850 h 4804410"/>
                      <a:gd name="connsiteX75" fmla="*/ 4892040 w 10355580"/>
                      <a:gd name="connsiteY75" fmla="*/ 4431030 h 4804410"/>
                      <a:gd name="connsiteX76" fmla="*/ 4953000 w 10355580"/>
                      <a:gd name="connsiteY76" fmla="*/ 4404360 h 4804410"/>
                      <a:gd name="connsiteX77" fmla="*/ 5029200 w 10355580"/>
                      <a:gd name="connsiteY77" fmla="*/ 4434840 h 4804410"/>
                      <a:gd name="connsiteX78" fmla="*/ 5082540 w 10355580"/>
                      <a:gd name="connsiteY78" fmla="*/ 4495800 h 4804410"/>
                      <a:gd name="connsiteX79" fmla="*/ 5147310 w 10355580"/>
                      <a:gd name="connsiteY79" fmla="*/ 4503420 h 4804410"/>
                      <a:gd name="connsiteX80" fmla="*/ 5223510 w 10355580"/>
                      <a:gd name="connsiteY80" fmla="*/ 4457700 h 4804410"/>
                      <a:gd name="connsiteX81" fmla="*/ 5372100 w 10355580"/>
                      <a:gd name="connsiteY81" fmla="*/ 4545330 h 4804410"/>
                      <a:gd name="connsiteX82" fmla="*/ 5421630 w 10355580"/>
                      <a:gd name="connsiteY82" fmla="*/ 4545330 h 4804410"/>
                      <a:gd name="connsiteX83" fmla="*/ 5490210 w 10355580"/>
                      <a:gd name="connsiteY83" fmla="*/ 4652010 h 4804410"/>
                      <a:gd name="connsiteX84" fmla="*/ 5547360 w 10355580"/>
                      <a:gd name="connsiteY84" fmla="*/ 4659630 h 4804410"/>
                      <a:gd name="connsiteX85" fmla="*/ 5596890 w 10355580"/>
                      <a:gd name="connsiteY85" fmla="*/ 4373880 h 4804410"/>
                      <a:gd name="connsiteX86" fmla="*/ 5669280 w 10355580"/>
                      <a:gd name="connsiteY86" fmla="*/ 4392930 h 4804410"/>
                      <a:gd name="connsiteX87" fmla="*/ 5737860 w 10355580"/>
                      <a:gd name="connsiteY87" fmla="*/ 4499610 h 4804410"/>
                      <a:gd name="connsiteX88" fmla="*/ 5806440 w 10355580"/>
                      <a:gd name="connsiteY88" fmla="*/ 4522470 h 4804410"/>
                      <a:gd name="connsiteX89" fmla="*/ 5867400 w 10355580"/>
                      <a:gd name="connsiteY89" fmla="*/ 4575810 h 4804410"/>
                      <a:gd name="connsiteX90" fmla="*/ 5939790 w 10355580"/>
                      <a:gd name="connsiteY90" fmla="*/ 4591050 h 4804410"/>
                      <a:gd name="connsiteX91" fmla="*/ 6008370 w 10355580"/>
                      <a:gd name="connsiteY91" fmla="*/ 4507230 h 4804410"/>
                      <a:gd name="connsiteX92" fmla="*/ 6164580 w 10355580"/>
                      <a:gd name="connsiteY92" fmla="*/ 4514850 h 4804410"/>
                      <a:gd name="connsiteX93" fmla="*/ 6248400 w 10355580"/>
                      <a:gd name="connsiteY93" fmla="*/ 4560570 h 4804410"/>
                      <a:gd name="connsiteX94" fmla="*/ 6332220 w 10355580"/>
                      <a:gd name="connsiteY94" fmla="*/ 4514850 h 4804410"/>
                      <a:gd name="connsiteX95" fmla="*/ 6393180 w 10355580"/>
                      <a:gd name="connsiteY95" fmla="*/ 4522470 h 4804410"/>
                      <a:gd name="connsiteX96" fmla="*/ 6454140 w 10355580"/>
                      <a:gd name="connsiteY96" fmla="*/ 4598670 h 4804410"/>
                      <a:gd name="connsiteX97" fmla="*/ 6534150 w 10355580"/>
                      <a:gd name="connsiteY97" fmla="*/ 4636770 h 4804410"/>
                      <a:gd name="connsiteX98" fmla="*/ 6720840 w 10355580"/>
                      <a:gd name="connsiteY98" fmla="*/ 4652010 h 4804410"/>
                      <a:gd name="connsiteX99" fmla="*/ 6877050 w 10355580"/>
                      <a:gd name="connsiteY99" fmla="*/ 4690110 h 4804410"/>
                      <a:gd name="connsiteX100" fmla="*/ 6995160 w 10355580"/>
                      <a:gd name="connsiteY100" fmla="*/ 4724400 h 4804410"/>
                      <a:gd name="connsiteX101" fmla="*/ 7098030 w 10355580"/>
                      <a:gd name="connsiteY101" fmla="*/ 4777740 h 4804410"/>
                      <a:gd name="connsiteX102" fmla="*/ 7170420 w 10355580"/>
                      <a:gd name="connsiteY102" fmla="*/ 4674870 h 4804410"/>
                      <a:gd name="connsiteX103" fmla="*/ 7227570 w 10355580"/>
                      <a:gd name="connsiteY103" fmla="*/ 4655820 h 4804410"/>
                      <a:gd name="connsiteX104" fmla="*/ 7299960 w 10355580"/>
                      <a:gd name="connsiteY104" fmla="*/ 4480560 h 4804410"/>
                      <a:gd name="connsiteX105" fmla="*/ 7357110 w 10355580"/>
                      <a:gd name="connsiteY105" fmla="*/ 2853690 h 4804410"/>
                      <a:gd name="connsiteX106" fmla="*/ 7433310 w 10355580"/>
                      <a:gd name="connsiteY106" fmla="*/ 3051810 h 4804410"/>
                      <a:gd name="connsiteX107" fmla="*/ 7494270 w 10355580"/>
                      <a:gd name="connsiteY107" fmla="*/ 2937510 h 4804410"/>
                      <a:gd name="connsiteX108" fmla="*/ 7555230 w 10355580"/>
                      <a:gd name="connsiteY108" fmla="*/ 2910840 h 4804410"/>
                      <a:gd name="connsiteX109" fmla="*/ 7631430 w 10355580"/>
                      <a:gd name="connsiteY109" fmla="*/ 3055620 h 4804410"/>
                      <a:gd name="connsiteX110" fmla="*/ 7688580 w 10355580"/>
                      <a:gd name="connsiteY110" fmla="*/ 781050 h 4804410"/>
                      <a:gd name="connsiteX111" fmla="*/ 7753350 w 10355580"/>
                      <a:gd name="connsiteY111" fmla="*/ 681990 h 4804410"/>
                      <a:gd name="connsiteX112" fmla="*/ 7943850 w 10355580"/>
                      <a:gd name="connsiteY112" fmla="*/ 2225040 h 4804410"/>
                      <a:gd name="connsiteX113" fmla="*/ 8081010 w 10355580"/>
                      <a:gd name="connsiteY113" fmla="*/ 2632710 h 4804410"/>
                      <a:gd name="connsiteX114" fmla="*/ 8138160 w 10355580"/>
                      <a:gd name="connsiteY114" fmla="*/ 3901440 h 4804410"/>
                      <a:gd name="connsiteX115" fmla="*/ 8214360 w 10355580"/>
                      <a:gd name="connsiteY115" fmla="*/ 3589020 h 4804410"/>
                      <a:gd name="connsiteX116" fmla="*/ 8271510 w 10355580"/>
                      <a:gd name="connsiteY116" fmla="*/ 3950970 h 4804410"/>
                      <a:gd name="connsiteX117" fmla="*/ 8340090 w 10355580"/>
                      <a:gd name="connsiteY117" fmla="*/ 3733800 h 4804410"/>
                      <a:gd name="connsiteX118" fmla="*/ 8408670 w 10355580"/>
                      <a:gd name="connsiteY118" fmla="*/ 3394710 h 4804410"/>
                      <a:gd name="connsiteX119" fmla="*/ 8469630 w 10355580"/>
                      <a:gd name="connsiteY119" fmla="*/ 3760470 h 4804410"/>
                      <a:gd name="connsiteX120" fmla="*/ 8534400 w 10355580"/>
                      <a:gd name="connsiteY120" fmla="*/ 3844290 h 4804410"/>
                      <a:gd name="connsiteX121" fmla="*/ 8599170 w 10355580"/>
                      <a:gd name="connsiteY121" fmla="*/ 4053840 h 4804410"/>
                      <a:gd name="connsiteX122" fmla="*/ 8660130 w 10355580"/>
                      <a:gd name="connsiteY122" fmla="*/ 4152900 h 4804410"/>
                      <a:gd name="connsiteX123" fmla="*/ 8728710 w 10355580"/>
                      <a:gd name="connsiteY123" fmla="*/ 4091940 h 4804410"/>
                      <a:gd name="connsiteX124" fmla="*/ 8793480 w 10355580"/>
                      <a:gd name="connsiteY124" fmla="*/ 3909060 h 4804410"/>
                      <a:gd name="connsiteX125" fmla="*/ 8862060 w 10355580"/>
                      <a:gd name="connsiteY125" fmla="*/ 4038600 h 4804410"/>
                      <a:gd name="connsiteX126" fmla="*/ 8919210 w 10355580"/>
                      <a:gd name="connsiteY126" fmla="*/ 4457700 h 4804410"/>
                      <a:gd name="connsiteX127" fmla="*/ 8995410 w 10355580"/>
                      <a:gd name="connsiteY127" fmla="*/ 4122420 h 4804410"/>
                      <a:gd name="connsiteX128" fmla="*/ 9052560 w 10355580"/>
                      <a:gd name="connsiteY128" fmla="*/ 3569970 h 4804410"/>
                      <a:gd name="connsiteX129" fmla="*/ 9132570 w 10355580"/>
                      <a:gd name="connsiteY129" fmla="*/ 3832860 h 4804410"/>
                      <a:gd name="connsiteX130" fmla="*/ 9185910 w 10355580"/>
                      <a:gd name="connsiteY130" fmla="*/ 3813810 h 4804410"/>
                      <a:gd name="connsiteX131" fmla="*/ 9246870 w 10355580"/>
                      <a:gd name="connsiteY131" fmla="*/ 3642360 h 4804410"/>
                      <a:gd name="connsiteX132" fmla="*/ 9323070 w 10355580"/>
                      <a:gd name="connsiteY132" fmla="*/ 3169920 h 4804410"/>
                      <a:gd name="connsiteX133" fmla="*/ 9361170 w 10355580"/>
                      <a:gd name="connsiteY133" fmla="*/ 2644140 h 4804410"/>
                      <a:gd name="connsiteX134" fmla="*/ 9384030 w 10355580"/>
                      <a:gd name="connsiteY134" fmla="*/ 2373630 h 4804410"/>
                      <a:gd name="connsiteX135" fmla="*/ 9441180 w 10355580"/>
                      <a:gd name="connsiteY135" fmla="*/ 1916430 h 4804410"/>
                      <a:gd name="connsiteX136" fmla="*/ 9517380 w 10355580"/>
                      <a:gd name="connsiteY136" fmla="*/ 1668780 h 4804410"/>
                      <a:gd name="connsiteX137" fmla="*/ 9574530 w 10355580"/>
                      <a:gd name="connsiteY137" fmla="*/ 621030 h 4804410"/>
                      <a:gd name="connsiteX138" fmla="*/ 9612630 w 10355580"/>
                      <a:gd name="connsiteY138" fmla="*/ 1802130 h 4804410"/>
                      <a:gd name="connsiteX139" fmla="*/ 9639300 w 10355580"/>
                      <a:gd name="connsiteY139" fmla="*/ 2320290 h 4804410"/>
                      <a:gd name="connsiteX140" fmla="*/ 9711690 w 10355580"/>
                      <a:gd name="connsiteY140" fmla="*/ 1535430 h 4804410"/>
                      <a:gd name="connsiteX141" fmla="*/ 9765030 w 10355580"/>
                      <a:gd name="connsiteY141" fmla="*/ 182880 h 4804410"/>
                      <a:gd name="connsiteX142" fmla="*/ 9841230 w 10355580"/>
                      <a:gd name="connsiteY142" fmla="*/ 278130 h 4804410"/>
                      <a:gd name="connsiteX143" fmla="*/ 9906000 w 10355580"/>
                      <a:gd name="connsiteY143" fmla="*/ 487680 h 4804410"/>
                      <a:gd name="connsiteX144" fmla="*/ 9963150 w 10355580"/>
                      <a:gd name="connsiteY144" fmla="*/ 982980 h 4804410"/>
                      <a:gd name="connsiteX145" fmla="*/ 10027920 w 10355580"/>
                      <a:gd name="connsiteY145" fmla="*/ 3009900 h 4804410"/>
                      <a:gd name="connsiteX146" fmla="*/ 10096500 w 10355580"/>
                      <a:gd name="connsiteY146" fmla="*/ 3390900 h 4804410"/>
                      <a:gd name="connsiteX147" fmla="*/ 10165080 w 10355580"/>
                      <a:gd name="connsiteY147" fmla="*/ 2960370 h 4804410"/>
                      <a:gd name="connsiteX148" fmla="*/ 10222230 w 10355580"/>
                      <a:gd name="connsiteY148" fmla="*/ 2346960 h 4804410"/>
                      <a:gd name="connsiteX149" fmla="*/ 10302240 w 10355580"/>
                      <a:gd name="connsiteY149" fmla="*/ 2674620 h 4804410"/>
                      <a:gd name="connsiteX150" fmla="*/ 10355580 w 10355580"/>
                      <a:gd name="connsiteY150" fmla="*/ 4351020 h 4804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10355580" h="4804410" extrusionOk="0">
                        <a:moveTo>
                          <a:pt x="0" y="4701540"/>
                        </a:moveTo>
                        <a:cubicBezTo>
                          <a:pt x="72710" y="4470740"/>
                          <a:pt x="84763" y="4306710"/>
                          <a:pt x="87630" y="4168140"/>
                        </a:cubicBezTo>
                        <a:cubicBezTo>
                          <a:pt x="224309" y="3492379"/>
                          <a:pt x="149831" y="2887800"/>
                          <a:pt x="140970" y="2670810"/>
                        </a:cubicBezTo>
                        <a:cubicBezTo>
                          <a:pt x="45372" y="2399207"/>
                          <a:pt x="240849" y="1622968"/>
                          <a:pt x="175260" y="1489710"/>
                        </a:cubicBezTo>
                        <a:cubicBezTo>
                          <a:pt x="172177" y="1391440"/>
                          <a:pt x="189491" y="1041854"/>
                          <a:pt x="182880" y="769620"/>
                        </a:cubicBezTo>
                        <a:cubicBezTo>
                          <a:pt x="162415" y="489404"/>
                          <a:pt x="141753" y="289912"/>
                          <a:pt x="209550" y="0"/>
                        </a:cubicBezTo>
                        <a:cubicBezTo>
                          <a:pt x="183975" y="155180"/>
                          <a:pt x="261081" y="687127"/>
                          <a:pt x="274320" y="815340"/>
                        </a:cubicBezTo>
                        <a:cubicBezTo>
                          <a:pt x="167786" y="1407403"/>
                          <a:pt x="241497" y="2276505"/>
                          <a:pt x="335280" y="2682240"/>
                        </a:cubicBezTo>
                        <a:cubicBezTo>
                          <a:pt x="393444" y="2842448"/>
                          <a:pt x="392162" y="3411290"/>
                          <a:pt x="396240" y="3505200"/>
                        </a:cubicBezTo>
                        <a:cubicBezTo>
                          <a:pt x="422451" y="3232667"/>
                          <a:pt x="350959" y="2925849"/>
                          <a:pt x="472440" y="2465070"/>
                        </a:cubicBezTo>
                        <a:cubicBezTo>
                          <a:pt x="493512" y="2464716"/>
                          <a:pt x="516316" y="2469445"/>
                          <a:pt x="529590" y="2465070"/>
                        </a:cubicBezTo>
                        <a:cubicBezTo>
                          <a:pt x="555403" y="2315565"/>
                          <a:pt x="564672" y="2174887"/>
                          <a:pt x="598170" y="2125980"/>
                        </a:cubicBezTo>
                        <a:cubicBezTo>
                          <a:pt x="560154" y="2051161"/>
                          <a:pt x="691920" y="1726317"/>
                          <a:pt x="666750" y="1554480"/>
                        </a:cubicBezTo>
                        <a:cubicBezTo>
                          <a:pt x="670870" y="1734380"/>
                          <a:pt x="740439" y="1963200"/>
                          <a:pt x="731520" y="2145030"/>
                        </a:cubicBezTo>
                        <a:cubicBezTo>
                          <a:pt x="696536" y="2563820"/>
                          <a:pt x="644386" y="3306441"/>
                          <a:pt x="788670" y="3684270"/>
                        </a:cubicBezTo>
                        <a:cubicBezTo>
                          <a:pt x="785440" y="3907398"/>
                          <a:pt x="842206" y="4039228"/>
                          <a:pt x="864870" y="4171950"/>
                        </a:cubicBezTo>
                        <a:cubicBezTo>
                          <a:pt x="874903" y="4144672"/>
                          <a:pt x="884773" y="4050219"/>
                          <a:pt x="918210" y="3992880"/>
                        </a:cubicBezTo>
                        <a:cubicBezTo>
                          <a:pt x="889615" y="3557325"/>
                          <a:pt x="1072847" y="3103094"/>
                          <a:pt x="986790" y="2804160"/>
                        </a:cubicBezTo>
                        <a:cubicBezTo>
                          <a:pt x="1000741" y="2816569"/>
                          <a:pt x="1035253" y="2911533"/>
                          <a:pt x="1059180" y="2933700"/>
                        </a:cubicBezTo>
                        <a:cubicBezTo>
                          <a:pt x="1133848" y="3453163"/>
                          <a:pt x="1043069" y="3475831"/>
                          <a:pt x="1120140" y="4011930"/>
                        </a:cubicBezTo>
                        <a:cubicBezTo>
                          <a:pt x="1163549" y="4097098"/>
                          <a:pt x="1166883" y="4224060"/>
                          <a:pt x="1184910" y="4293870"/>
                        </a:cubicBezTo>
                        <a:cubicBezTo>
                          <a:pt x="1216256" y="4274371"/>
                          <a:pt x="1234418" y="4265173"/>
                          <a:pt x="1261110" y="4251960"/>
                        </a:cubicBezTo>
                        <a:cubicBezTo>
                          <a:pt x="1281426" y="4314978"/>
                          <a:pt x="1313556" y="4344010"/>
                          <a:pt x="1371600" y="4423410"/>
                        </a:cubicBezTo>
                        <a:cubicBezTo>
                          <a:pt x="1383217" y="4331023"/>
                          <a:pt x="1387625" y="4285688"/>
                          <a:pt x="1443990" y="4160520"/>
                        </a:cubicBezTo>
                        <a:cubicBezTo>
                          <a:pt x="1464092" y="4212547"/>
                          <a:pt x="1511605" y="4265470"/>
                          <a:pt x="1516380" y="4290060"/>
                        </a:cubicBezTo>
                        <a:cubicBezTo>
                          <a:pt x="1529946" y="4275766"/>
                          <a:pt x="1551168" y="4255387"/>
                          <a:pt x="1573530" y="4240530"/>
                        </a:cubicBezTo>
                        <a:cubicBezTo>
                          <a:pt x="1601208" y="4261950"/>
                          <a:pt x="1631913" y="4364636"/>
                          <a:pt x="1642110" y="4450080"/>
                        </a:cubicBezTo>
                        <a:cubicBezTo>
                          <a:pt x="1662552" y="4460971"/>
                          <a:pt x="1691998" y="4470499"/>
                          <a:pt x="1703070" y="4472940"/>
                        </a:cubicBezTo>
                        <a:cubicBezTo>
                          <a:pt x="1744954" y="4380434"/>
                          <a:pt x="1766452" y="4283867"/>
                          <a:pt x="1764030" y="4236720"/>
                        </a:cubicBezTo>
                        <a:cubicBezTo>
                          <a:pt x="1775966" y="4224825"/>
                          <a:pt x="1819646" y="4196362"/>
                          <a:pt x="1828800" y="4194810"/>
                        </a:cubicBezTo>
                        <a:cubicBezTo>
                          <a:pt x="1845639" y="4201558"/>
                          <a:pt x="1873910" y="4235971"/>
                          <a:pt x="1897380" y="4248150"/>
                        </a:cubicBezTo>
                        <a:cubicBezTo>
                          <a:pt x="1910351" y="4354774"/>
                          <a:pt x="1946960" y="4377466"/>
                          <a:pt x="1958340" y="4503420"/>
                        </a:cubicBezTo>
                        <a:cubicBezTo>
                          <a:pt x="1969112" y="4518297"/>
                          <a:pt x="2007671" y="4594228"/>
                          <a:pt x="2026920" y="4610100"/>
                        </a:cubicBezTo>
                        <a:cubicBezTo>
                          <a:pt x="2029908" y="4591312"/>
                          <a:pt x="2055348" y="4559543"/>
                          <a:pt x="2080260" y="4530090"/>
                        </a:cubicBezTo>
                        <a:cubicBezTo>
                          <a:pt x="2116136" y="4491961"/>
                          <a:pt x="2148814" y="4289975"/>
                          <a:pt x="2152650" y="4240530"/>
                        </a:cubicBezTo>
                        <a:cubicBezTo>
                          <a:pt x="2115212" y="4115312"/>
                          <a:pt x="2169852" y="3896979"/>
                          <a:pt x="2225040" y="3577590"/>
                        </a:cubicBezTo>
                        <a:cubicBezTo>
                          <a:pt x="2273154" y="3681447"/>
                          <a:pt x="2274668" y="3735606"/>
                          <a:pt x="2289810" y="3806190"/>
                        </a:cubicBezTo>
                        <a:cubicBezTo>
                          <a:pt x="2351175" y="3994473"/>
                          <a:pt x="2338281" y="4202433"/>
                          <a:pt x="2350770" y="4263390"/>
                        </a:cubicBezTo>
                        <a:cubicBezTo>
                          <a:pt x="2387684" y="4215539"/>
                          <a:pt x="2428585" y="4139828"/>
                          <a:pt x="2430780" y="4122420"/>
                        </a:cubicBezTo>
                        <a:cubicBezTo>
                          <a:pt x="2446801" y="3911704"/>
                          <a:pt x="2501481" y="3758186"/>
                          <a:pt x="2484120" y="3676650"/>
                        </a:cubicBezTo>
                        <a:cubicBezTo>
                          <a:pt x="2514091" y="3741729"/>
                          <a:pt x="2547863" y="3765693"/>
                          <a:pt x="2560320" y="3798570"/>
                        </a:cubicBezTo>
                        <a:cubicBezTo>
                          <a:pt x="2590709" y="3897016"/>
                          <a:pt x="2604368" y="4019789"/>
                          <a:pt x="2625090" y="4107180"/>
                        </a:cubicBezTo>
                        <a:cubicBezTo>
                          <a:pt x="2666488" y="4187413"/>
                          <a:pt x="2656857" y="4223358"/>
                          <a:pt x="2682240" y="4293870"/>
                        </a:cubicBezTo>
                        <a:cubicBezTo>
                          <a:pt x="2688756" y="4263732"/>
                          <a:pt x="2733314" y="4216847"/>
                          <a:pt x="2750820" y="4187190"/>
                        </a:cubicBezTo>
                        <a:cubicBezTo>
                          <a:pt x="2784745" y="4228781"/>
                          <a:pt x="2789258" y="4232270"/>
                          <a:pt x="2819400" y="4282440"/>
                        </a:cubicBezTo>
                        <a:cubicBezTo>
                          <a:pt x="2827214" y="4321574"/>
                          <a:pt x="2845455" y="4429129"/>
                          <a:pt x="2872740" y="4541520"/>
                        </a:cubicBezTo>
                        <a:cubicBezTo>
                          <a:pt x="2894428" y="4524851"/>
                          <a:pt x="2920614" y="4480069"/>
                          <a:pt x="2945130" y="4419600"/>
                        </a:cubicBezTo>
                        <a:cubicBezTo>
                          <a:pt x="2962475" y="4438003"/>
                          <a:pt x="2992156" y="4453198"/>
                          <a:pt x="3013710" y="4461510"/>
                        </a:cubicBezTo>
                        <a:cubicBezTo>
                          <a:pt x="3033875" y="4442095"/>
                          <a:pt x="3042725" y="4442103"/>
                          <a:pt x="3070860" y="4423410"/>
                        </a:cubicBezTo>
                        <a:cubicBezTo>
                          <a:pt x="3094441" y="4427724"/>
                          <a:pt x="3117019" y="4444107"/>
                          <a:pt x="3150870" y="4450080"/>
                        </a:cubicBezTo>
                        <a:cubicBezTo>
                          <a:pt x="3164098" y="4481666"/>
                          <a:pt x="3180830" y="4540778"/>
                          <a:pt x="3211830" y="4587240"/>
                        </a:cubicBezTo>
                        <a:cubicBezTo>
                          <a:pt x="3222125" y="4585826"/>
                          <a:pt x="3261928" y="4579974"/>
                          <a:pt x="3276600" y="4575810"/>
                        </a:cubicBezTo>
                        <a:cubicBezTo>
                          <a:pt x="3289189" y="4534370"/>
                          <a:pt x="3322408" y="4513955"/>
                          <a:pt x="3337560" y="4465320"/>
                        </a:cubicBezTo>
                        <a:cubicBezTo>
                          <a:pt x="3344937" y="4419832"/>
                          <a:pt x="3380372" y="4327201"/>
                          <a:pt x="3394710" y="4271010"/>
                        </a:cubicBezTo>
                        <a:cubicBezTo>
                          <a:pt x="3426609" y="4310090"/>
                          <a:pt x="3524851" y="4540477"/>
                          <a:pt x="3535680" y="4621530"/>
                        </a:cubicBezTo>
                        <a:cubicBezTo>
                          <a:pt x="3550730" y="4450008"/>
                          <a:pt x="3589660" y="4410354"/>
                          <a:pt x="3596640" y="4221480"/>
                        </a:cubicBezTo>
                        <a:cubicBezTo>
                          <a:pt x="3609596" y="4170017"/>
                          <a:pt x="3631070" y="4041494"/>
                          <a:pt x="3657600" y="3981450"/>
                        </a:cubicBezTo>
                        <a:cubicBezTo>
                          <a:pt x="3680909" y="3951171"/>
                          <a:pt x="3721558" y="3929934"/>
                          <a:pt x="3729990" y="3920490"/>
                        </a:cubicBezTo>
                        <a:cubicBezTo>
                          <a:pt x="3733106" y="3943237"/>
                          <a:pt x="3770031" y="3992997"/>
                          <a:pt x="3798570" y="4061460"/>
                        </a:cubicBezTo>
                        <a:cubicBezTo>
                          <a:pt x="3824766" y="3936656"/>
                          <a:pt x="3835961" y="3863472"/>
                          <a:pt x="3851910" y="3672840"/>
                        </a:cubicBezTo>
                        <a:cubicBezTo>
                          <a:pt x="3840934" y="3792046"/>
                          <a:pt x="3911864" y="4197226"/>
                          <a:pt x="3928110" y="4263390"/>
                        </a:cubicBezTo>
                        <a:cubicBezTo>
                          <a:pt x="3950709" y="4265216"/>
                          <a:pt x="3960480" y="4266299"/>
                          <a:pt x="3977640" y="4271010"/>
                        </a:cubicBezTo>
                        <a:cubicBezTo>
                          <a:pt x="4003370" y="4343359"/>
                          <a:pt x="4017222" y="4376832"/>
                          <a:pt x="4046220" y="4434840"/>
                        </a:cubicBezTo>
                        <a:cubicBezTo>
                          <a:pt x="4072601" y="4427422"/>
                          <a:pt x="4081290" y="4422775"/>
                          <a:pt x="4107180" y="4404360"/>
                        </a:cubicBezTo>
                        <a:cubicBezTo>
                          <a:pt x="4145460" y="4356352"/>
                          <a:pt x="4161491" y="4320880"/>
                          <a:pt x="4171950" y="4274820"/>
                        </a:cubicBezTo>
                        <a:cubicBezTo>
                          <a:pt x="4195296" y="4244224"/>
                          <a:pt x="4234685" y="4193560"/>
                          <a:pt x="4240530" y="4164330"/>
                        </a:cubicBezTo>
                        <a:cubicBezTo>
                          <a:pt x="4238798" y="4256506"/>
                          <a:pt x="4272102" y="4374299"/>
                          <a:pt x="4312920" y="4499610"/>
                        </a:cubicBezTo>
                        <a:cubicBezTo>
                          <a:pt x="4328119" y="4515041"/>
                          <a:pt x="4374667" y="4540687"/>
                          <a:pt x="4381500" y="4549140"/>
                        </a:cubicBezTo>
                        <a:cubicBezTo>
                          <a:pt x="4389178" y="4543965"/>
                          <a:pt x="4410604" y="4518461"/>
                          <a:pt x="4438650" y="4495800"/>
                        </a:cubicBezTo>
                        <a:cubicBezTo>
                          <a:pt x="4463316" y="4505641"/>
                          <a:pt x="4483667" y="4501743"/>
                          <a:pt x="4507230" y="4511040"/>
                        </a:cubicBezTo>
                        <a:cubicBezTo>
                          <a:pt x="4548495" y="4588467"/>
                          <a:pt x="4532955" y="4728044"/>
                          <a:pt x="4568190" y="4804410"/>
                        </a:cubicBezTo>
                        <a:cubicBezTo>
                          <a:pt x="4603034" y="4711897"/>
                          <a:pt x="4618911" y="4672752"/>
                          <a:pt x="4629150" y="4602480"/>
                        </a:cubicBezTo>
                        <a:cubicBezTo>
                          <a:pt x="4654407" y="4623671"/>
                          <a:pt x="4691804" y="4695250"/>
                          <a:pt x="4701540" y="4709160"/>
                        </a:cubicBezTo>
                        <a:cubicBezTo>
                          <a:pt x="4717048" y="4656061"/>
                          <a:pt x="4735192" y="4598893"/>
                          <a:pt x="4762500" y="4491990"/>
                        </a:cubicBezTo>
                        <a:cubicBezTo>
                          <a:pt x="4779067" y="4501076"/>
                          <a:pt x="4801892" y="4511905"/>
                          <a:pt x="4827270" y="4514850"/>
                        </a:cubicBezTo>
                        <a:cubicBezTo>
                          <a:pt x="4857853" y="4471801"/>
                          <a:pt x="4870149" y="4444761"/>
                          <a:pt x="4892040" y="4431030"/>
                        </a:cubicBezTo>
                        <a:cubicBezTo>
                          <a:pt x="4905016" y="4428292"/>
                          <a:pt x="4930168" y="4419217"/>
                          <a:pt x="4953000" y="4404360"/>
                        </a:cubicBezTo>
                        <a:cubicBezTo>
                          <a:pt x="4978522" y="4415577"/>
                          <a:pt x="4995489" y="4424002"/>
                          <a:pt x="5029200" y="4434840"/>
                        </a:cubicBezTo>
                        <a:cubicBezTo>
                          <a:pt x="5049395" y="4465137"/>
                          <a:pt x="5061202" y="4477751"/>
                          <a:pt x="5082540" y="4495800"/>
                        </a:cubicBezTo>
                        <a:cubicBezTo>
                          <a:pt x="5101294" y="4501129"/>
                          <a:pt x="5129824" y="4497896"/>
                          <a:pt x="5147310" y="4503420"/>
                        </a:cubicBezTo>
                        <a:cubicBezTo>
                          <a:pt x="5169474" y="4496089"/>
                          <a:pt x="5204011" y="4460403"/>
                          <a:pt x="5223510" y="4457700"/>
                        </a:cubicBezTo>
                        <a:cubicBezTo>
                          <a:pt x="5260637" y="4463687"/>
                          <a:pt x="5300409" y="4499849"/>
                          <a:pt x="5372100" y="4545330"/>
                        </a:cubicBezTo>
                        <a:cubicBezTo>
                          <a:pt x="5384060" y="4549630"/>
                          <a:pt x="5412946" y="4542738"/>
                          <a:pt x="5421630" y="4545330"/>
                        </a:cubicBezTo>
                        <a:cubicBezTo>
                          <a:pt x="5447921" y="4575454"/>
                          <a:pt x="5463088" y="4601930"/>
                          <a:pt x="5490210" y="4652010"/>
                        </a:cubicBezTo>
                        <a:cubicBezTo>
                          <a:pt x="5506079" y="4656893"/>
                          <a:pt x="5540728" y="4663428"/>
                          <a:pt x="5547360" y="4659630"/>
                        </a:cubicBezTo>
                        <a:cubicBezTo>
                          <a:pt x="5543336" y="4606868"/>
                          <a:pt x="5592409" y="4444471"/>
                          <a:pt x="5596890" y="4373880"/>
                        </a:cubicBezTo>
                        <a:cubicBezTo>
                          <a:pt x="5622660" y="4382107"/>
                          <a:pt x="5637329" y="4382613"/>
                          <a:pt x="5669280" y="4392930"/>
                        </a:cubicBezTo>
                        <a:cubicBezTo>
                          <a:pt x="5669013" y="4413177"/>
                          <a:pt x="5719486" y="4487485"/>
                          <a:pt x="5737860" y="4499610"/>
                        </a:cubicBezTo>
                        <a:cubicBezTo>
                          <a:pt x="5761736" y="4502332"/>
                          <a:pt x="5797619" y="4524179"/>
                          <a:pt x="5806440" y="4522470"/>
                        </a:cubicBezTo>
                        <a:cubicBezTo>
                          <a:pt x="5816664" y="4534248"/>
                          <a:pt x="5861833" y="4564771"/>
                          <a:pt x="5867400" y="4575810"/>
                        </a:cubicBezTo>
                        <a:cubicBezTo>
                          <a:pt x="5879565" y="4575482"/>
                          <a:pt x="5912453" y="4589933"/>
                          <a:pt x="5939790" y="4591050"/>
                        </a:cubicBezTo>
                        <a:cubicBezTo>
                          <a:pt x="5963643" y="4548318"/>
                          <a:pt x="6007159" y="4521440"/>
                          <a:pt x="6008370" y="4507230"/>
                        </a:cubicBezTo>
                        <a:cubicBezTo>
                          <a:pt x="6054419" y="4499838"/>
                          <a:pt x="6086833" y="4508254"/>
                          <a:pt x="6164580" y="4514850"/>
                        </a:cubicBezTo>
                        <a:cubicBezTo>
                          <a:pt x="6178661" y="4526092"/>
                          <a:pt x="6226630" y="4553890"/>
                          <a:pt x="6248400" y="4560570"/>
                        </a:cubicBezTo>
                        <a:cubicBezTo>
                          <a:pt x="6286625" y="4548396"/>
                          <a:pt x="6314821" y="4518114"/>
                          <a:pt x="6332220" y="4514850"/>
                        </a:cubicBezTo>
                        <a:cubicBezTo>
                          <a:pt x="6353629" y="4522162"/>
                          <a:pt x="6377507" y="4525570"/>
                          <a:pt x="6393180" y="4522470"/>
                        </a:cubicBezTo>
                        <a:cubicBezTo>
                          <a:pt x="6414550" y="4549677"/>
                          <a:pt x="6448530" y="4578830"/>
                          <a:pt x="6454140" y="4598670"/>
                        </a:cubicBezTo>
                        <a:cubicBezTo>
                          <a:pt x="6463958" y="4610659"/>
                          <a:pt x="6510223" y="4628637"/>
                          <a:pt x="6534150" y="4636770"/>
                        </a:cubicBezTo>
                        <a:cubicBezTo>
                          <a:pt x="6582942" y="4638672"/>
                          <a:pt x="6670170" y="4660836"/>
                          <a:pt x="6720840" y="4652010"/>
                        </a:cubicBezTo>
                        <a:cubicBezTo>
                          <a:pt x="6763715" y="4661764"/>
                          <a:pt x="6831391" y="4664186"/>
                          <a:pt x="6877050" y="4690110"/>
                        </a:cubicBezTo>
                        <a:cubicBezTo>
                          <a:pt x="6900063" y="4691191"/>
                          <a:pt x="6965822" y="4725244"/>
                          <a:pt x="6995160" y="4724400"/>
                        </a:cubicBezTo>
                        <a:cubicBezTo>
                          <a:pt x="7046787" y="4739478"/>
                          <a:pt x="7049633" y="4759338"/>
                          <a:pt x="7098030" y="4777740"/>
                        </a:cubicBezTo>
                        <a:cubicBezTo>
                          <a:pt x="7121776" y="4743253"/>
                          <a:pt x="7165958" y="4697273"/>
                          <a:pt x="7170420" y="4674870"/>
                        </a:cubicBezTo>
                        <a:cubicBezTo>
                          <a:pt x="7197654" y="4669537"/>
                          <a:pt x="7208095" y="4664138"/>
                          <a:pt x="7227570" y="4655820"/>
                        </a:cubicBezTo>
                        <a:cubicBezTo>
                          <a:pt x="7249728" y="4601941"/>
                          <a:pt x="7276890" y="4506590"/>
                          <a:pt x="7299960" y="4480560"/>
                        </a:cubicBezTo>
                        <a:cubicBezTo>
                          <a:pt x="7257801" y="3989767"/>
                          <a:pt x="7417229" y="3212837"/>
                          <a:pt x="7357110" y="2853690"/>
                        </a:cubicBezTo>
                        <a:cubicBezTo>
                          <a:pt x="7384733" y="2882154"/>
                          <a:pt x="7439716" y="3022898"/>
                          <a:pt x="7433310" y="3051810"/>
                        </a:cubicBezTo>
                        <a:cubicBezTo>
                          <a:pt x="7460372" y="3005654"/>
                          <a:pt x="7484807" y="2966472"/>
                          <a:pt x="7494270" y="2937510"/>
                        </a:cubicBezTo>
                        <a:cubicBezTo>
                          <a:pt x="7511741" y="2934099"/>
                          <a:pt x="7528046" y="2918898"/>
                          <a:pt x="7555230" y="2910840"/>
                        </a:cubicBezTo>
                        <a:cubicBezTo>
                          <a:pt x="7576032" y="2957680"/>
                          <a:pt x="7581973" y="2991747"/>
                          <a:pt x="7631430" y="3055620"/>
                        </a:cubicBezTo>
                        <a:cubicBezTo>
                          <a:pt x="7765112" y="2345332"/>
                          <a:pt x="7808200" y="1499149"/>
                          <a:pt x="7688580" y="781050"/>
                        </a:cubicBezTo>
                        <a:cubicBezTo>
                          <a:pt x="7701905" y="746227"/>
                          <a:pt x="7738989" y="705133"/>
                          <a:pt x="7753350" y="681990"/>
                        </a:cubicBezTo>
                        <a:cubicBezTo>
                          <a:pt x="7709869" y="908405"/>
                          <a:pt x="7955202" y="1631477"/>
                          <a:pt x="7943850" y="2225040"/>
                        </a:cubicBezTo>
                        <a:cubicBezTo>
                          <a:pt x="7996441" y="2431882"/>
                          <a:pt x="8042471" y="2586763"/>
                          <a:pt x="8081010" y="2632710"/>
                        </a:cubicBezTo>
                        <a:cubicBezTo>
                          <a:pt x="8084882" y="2849836"/>
                          <a:pt x="8117186" y="3683783"/>
                          <a:pt x="8138160" y="3901440"/>
                        </a:cubicBezTo>
                        <a:cubicBezTo>
                          <a:pt x="8190816" y="3793130"/>
                          <a:pt x="8202775" y="3642492"/>
                          <a:pt x="8214360" y="3589020"/>
                        </a:cubicBezTo>
                        <a:cubicBezTo>
                          <a:pt x="8260482" y="3733117"/>
                          <a:pt x="8256115" y="3879806"/>
                          <a:pt x="8271510" y="3950970"/>
                        </a:cubicBezTo>
                        <a:cubicBezTo>
                          <a:pt x="8283723" y="3875296"/>
                          <a:pt x="8321737" y="3752758"/>
                          <a:pt x="8340090" y="3733800"/>
                        </a:cubicBezTo>
                        <a:cubicBezTo>
                          <a:pt x="8376203" y="3597782"/>
                          <a:pt x="8385919" y="3474808"/>
                          <a:pt x="8408670" y="3394710"/>
                        </a:cubicBezTo>
                        <a:cubicBezTo>
                          <a:pt x="8411953" y="3485190"/>
                          <a:pt x="8419624" y="3648086"/>
                          <a:pt x="8469630" y="3760470"/>
                        </a:cubicBezTo>
                        <a:cubicBezTo>
                          <a:pt x="8473859" y="3772523"/>
                          <a:pt x="8509947" y="3806366"/>
                          <a:pt x="8534400" y="3844290"/>
                        </a:cubicBezTo>
                        <a:cubicBezTo>
                          <a:pt x="8555624" y="3948300"/>
                          <a:pt x="8550929" y="3960413"/>
                          <a:pt x="8599170" y="4053840"/>
                        </a:cubicBezTo>
                        <a:cubicBezTo>
                          <a:pt x="8633780" y="4099856"/>
                          <a:pt x="8627153" y="4116834"/>
                          <a:pt x="8660130" y="4152900"/>
                        </a:cubicBezTo>
                        <a:cubicBezTo>
                          <a:pt x="8686099" y="4131408"/>
                          <a:pt x="8692655" y="4113781"/>
                          <a:pt x="8728710" y="4091940"/>
                        </a:cubicBezTo>
                        <a:cubicBezTo>
                          <a:pt x="8752093" y="4000675"/>
                          <a:pt x="8773600" y="3985055"/>
                          <a:pt x="8793480" y="3909060"/>
                        </a:cubicBezTo>
                        <a:cubicBezTo>
                          <a:pt x="8808922" y="3956597"/>
                          <a:pt x="8846561" y="4017723"/>
                          <a:pt x="8862060" y="4038600"/>
                        </a:cubicBezTo>
                        <a:cubicBezTo>
                          <a:pt x="8865703" y="4138814"/>
                          <a:pt x="8922627" y="4404845"/>
                          <a:pt x="8919210" y="4457700"/>
                        </a:cubicBezTo>
                        <a:cubicBezTo>
                          <a:pt x="8932833" y="4369216"/>
                          <a:pt x="8974069" y="4172863"/>
                          <a:pt x="8995410" y="4122420"/>
                        </a:cubicBezTo>
                        <a:cubicBezTo>
                          <a:pt x="9035060" y="3986667"/>
                          <a:pt x="9034815" y="3785550"/>
                          <a:pt x="9052560" y="3569970"/>
                        </a:cubicBezTo>
                        <a:cubicBezTo>
                          <a:pt x="9053528" y="3598957"/>
                          <a:pt x="9103334" y="3776057"/>
                          <a:pt x="9132570" y="3832860"/>
                        </a:cubicBezTo>
                        <a:cubicBezTo>
                          <a:pt x="9157379" y="3820740"/>
                          <a:pt x="9177733" y="3813181"/>
                          <a:pt x="9185910" y="3813810"/>
                        </a:cubicBezTo>
                        <a:cubicBezTo>
                          <a:pt x="9213562" y="3776268"/>
                          <a:pt x="9234368" y="3676916"/>
                          <a:pt x="9246870" y="3642360"/>
                        </a:cubicBezTo>
                        <a:cubicBezTo>
                          <a:pt x="9282944" y="3583877"/>
                          <a:pt x="9308366" y="3242703"/>
                          <a:pt x="9323070" y="3169920"/>
                        </a:cubicBezTo>
                        <a:cubicBezTo>
                          <a:pt x="9328436" y="2916670"/>
                          <a:pt x="9352764" y="2730141"/>
                          <a:pt x="9361170" y="2644140"/>
                        </a:cubicBezTo>
                        <a:cubicBezTo>
                          <a:pt x="9362563" y="2599514"/>
                          <a:pt x="9353252" y="2451148"/>
                          <a:pt x="9384030" y="2373630"/>
                        </a:cubicBezTo>
                        <a:cubicBezTo>
                          <a:pt x="9379841" y="2325812"/>
                          <a:pt x="9452345" y="2108321"/>
                          <a:pt x="9441180" y="1916430"/>
                        </a:cubicBezTo>
                        <a:cubicBezTo>
                          <a:pt x="9461909" y="1883081"/>
                          <a:pt x="9477913" y="1778845"/>
                          <a:pt x="9517380" y="1668780"/>
                        </a:cubicBezTo>
                        <a:cubicBezTo>
                          <a:pt x="9533345" y="1380327"/>
                          <a:pt x="9596198" y="1048170"/>
                          <a:pt x="9574530" y="621030"/>
                        </a:cubicBezTo>
                        <a:cubicBezTo>
                          <a:pt x="9550354" y="1104866"/>
                          <a:pt x="9512040" y="1375493"/>
                          <a:pt x="9612630" y="1802130"/>
                        </a:cubicBezTo>
                        <a:cubicBezTo>
                          <a:pt x="9616426" y="1966384"/>
                          <a:pt x="9627354" y="2107998"/>
                          <a:pt x="9639300" y="2320290"/>
                        </a:cubicBezTo>
                        <a:cubicBezTo>
                          <a:pt x="9665697" y="2094957"/>
                          <a:pt x="9728776" y="1767438"/>
                          <a:pt x="9711690" y="1535430"/>
                        </a:cubicBezTo>
                        <a:cubicBezTo>
                          <a:pt x="9658818" y="896200"/>
                          <a:pt x="9742683" y="690983"/>
                          <a:pt x="9765030" y="182880"/>
                        </a:cubicBezTo>
                        <a:cubicBezTo>
                          <a:pt x="9780274" y="216904"/>
                          <a:pt x="9810521" y="229382"/>
                          <a:pt x="9841230" y="278130"/>
                        </a:cubicBezTo>
                        <a:cubicBezTo>
                          <a:pt x="9859948" y="318590"/>
                          <a:pt x="9877579" y="439881"/>
                          <a:pt x="9906000" y="487680"/>
                        </a:cubicBezTo>
                        <a:cubicBezTo>
                          <a:pt x="9929937" y="546515"/>
                          <a:pt x="9939669" y="880096"/>
                          <a:pt x="9963150" y="982980"/>
                        </a:cubicBezTo>
                        <a:cubicBezTo>
                          <a:pt x="9814913" y="1244688"/>
                          <a:pt x="9910567" y="2272422"/>
                          <a:pt x="10027920" y="3009900"/>
                        </a:cubicBezTo>
                        <a:cubicBezTo>
                          <a:pt x="10039478" y="3083898"/>
                          <a:pt x="10059595" y="3344904"/>
                          <a:pt x="10096500" y="3390900"/>
                        </a:cubicBezTo>
                        <a:cubicBezTo>
                          <a:pt x="10114952" y="3323037"/>
                          <a:pt x="10176612" y="3006689"/>
                          <a:pt x="10165080" y="2960370"/>
                        </a:cubicBezTo>
                        <a:cubicBezTo>
                          <a:pt x="10227262" y="2700202"/>
                          <a:pt x="10159898" y="2437401"/>
                          <a:pt x="10222230" y="2346960"/>
                        </a:cubicBezTo>
                        <a:cubicBezTo>
                          <a:pt x="10233648" y="2406216"/>
                          <a:pt x="10300383" y="2627914"/>
                          <a:pt x="10302240" y="2674620"/>
                        </a:cubicBezTo>
                        <a:cubicBezTo>
                          <a:pt x="10297804" y="2853237"/>
                          <a:pt x="10226977" y="3976269"/>
                          <a:pt x="10355580" y="4351020"/>
                        </a:cubicBezTo>
                      </a:path>
                    </a:pathLst>
                  </a:custGeom>
                  <ask:type>
                    <ask:lineSketchNone/>
                  </ask:type>
                </ask:lineSketchStyleProps>
              </a:ext>
            </a:extLst>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a:extLst>
              <a:ext uri="{FF2B5EF4-FFF2-40B4-BE49-F238E27FC236}">
                <a16:creationId xmlns:a16="http://schemas.microsoft.com/office/drawing/2014/main" id="{677EE405-606D-638C-FFD8-1CE92B0E228A}"/>
              </a:ext>
            </a:extLst>
          </p:cNvPr>
          <p:cNvCxnSpPr>
            <a:cxnSpLocks/>
          </p:cNvCxnSpPr>
          <p:nvPr/>
        </p:nvCxnSpPr>
        <p:spPr>
          <a:xfrm>
            <a:off x="788697" y="6358023"/>
            <a:ext cx="91440" cy="0"/>
          </a:xfrm>
          <a:prstGeom prst="line">
            <a:avLst/>
          </a:prstGeom>
          <a:noFill/>
          <a:ln w="22225" cap="rnd">
            <a:solidFill>
              <a:schemeClr val="bg1">
                <a:lumMod val="95000"/>
              </a:schemeClr>
            </a:solidFill>
            <a:round/>
            <a:extLst>
              <a:ext uri="{C807C97D-BFC1-408E-A445-0C87EB9F89A2}">
                <ask:lineSketchStyleProps xmlns:ask="http://schemas.microsoft.com/office/drawing/2018/sketchyshapes" sd="1219033472">
                  <a:custGeom>
                    <a:avLst/>
                    <a:gdLst>
                      <a:gd name="connsiteX0" fmla="*/ 0 w 10355580"/>
                      <a:gd name="connsiteY0" fmla="*/ 4701540 h 4804410"/>
                      <a:gd name="connsiteX1" fmla="*/ 87630 w 10355580"/>
                      <a:gd name="connsiteY1" fmla="*/ 4168140 h 4804410"/>
                      <a:gd name="connsiteX2" fmla="*/ 140970 w 10355580"/>
                      <a:gd name="connsiteY2" fmla="*/ 2670810 h 4804410"/>
                      <a:gd name="connsiteX3" fmla="*/ 175260 w 10355580"/>
                      <a:gd name="connsiteY3" fmla="*/ 1489710 h 4804410"/>
                      <a:gd name="connsiteX4" fmla="*/ 182880 w 10355580"/>
                      <a:gd name="connsiteY4" fmla="*/ 769620 h 4804410"/>
                      <a:gd name="connsiteX5" fmla="*/ 209550 w 10355580"/>
                      <a:gd name="connsiteY5" fmla="*/ 0 h 4804410"/>
                      <a:gd name="connsiteX6" fmla="*/ 274320 w 10355580"/>
                      <a:gd name="connsiteY6" fmla="*/ 815340 h 4804410"/>
                      <a:gd name="connsiteX7" fmla="*/ 335280 w 10355580"/>
                      <a:gd name="connsiteY7" fmla="*/ 2682240 h 4804410"/>
                      <a:gd name="connsiteX8" fmla="*/ 396240 w 10355580"/>
                      <a:gd name="connsiteY8" fmla="*/ 3505200 h 4804410"/>
                      <a:gd name="connsiteX9" fmla="*/ 472440 w 10355580"/>
                      <a:gd name="connsiteY9" fmla="*/ 2465070 h 4804410"/>
                      <a:gd name="connsiteX10" fmla="*/ 529590 w 10355580"/>
                      <a:gd name="connsiteY10" fmla="*/ 2465070 h 4804410"/>
                      <a:gd name="connsiteX11" fmla="*/ 598170 w 10355580"/>
                      <a:gd name="connsiteY11" fmla="*/ 2125980 h 4804410"/>
                      <a:gd name="connsiteX12" fmla="*/ 666750 w 10355580"/>
                      <a:gd name="connsiteY12" fmla="*/ 1554480 h 4804410"/>
                      <a:gd name="connsiteX13" fmla="*/ 731520 w 10355580"/>
                      <a:gd name="connsiteY13" fmla="*/ 2145030 h 4804410"/>
                      <a:gd name="connsiteX14" fmla="*/ 788670 w 10355580"/>
                      <a:gd name="connsiteY14" fmla="*/ 3684270 h 4804410"/>
                      <a:gd name="connsiteX15" fmla="*/ 864870 w 10355580"/>
                      <a:gd name="connsiteY15" fmla="*/ 4171950 h 4804410"/>
                      <a:gd name="connsiteX16" fmla="*/ 918210 w 10355580"/>
                      <a:gd name="connsiteY16" fmla="*/ 3992880 h 4804410"/>
                      <a:gd name="connsiteX17" fmla="*/ 986790 w 10355580"/>
                      <a:gd name="connsiteY17" fmla="*/ 2804160 h 4804410"/>
                      <a:gd name="connsiteX18" fmla="*/ 1059180 w 10355580"/>
                      <a:gd name="connsiteY18" fmla="*/ 2933700 h 4804410"/>
                      <a:gd name="connsiteX19" fmla="*/ 1120140 w 10355580"/>
                      <a:gd name="connsiteY19" fmla="*/ 4011930 h 4804410"/>
                      <a:gd name="connsiteX20" fmla="*/ 1184910 w 10355580"/>
                      <a:gd name="connsiteY20" fmla="*/ 4293870 h 4804410"/>
                      <a:gd name="connsiteX21" fmla="*/ 1261110 w 10355580"/>
                      <a:gd name="connsiteY21" fmla="*/ 4251960 h 4804410"/>
                      <a:gd name="connsiteX22" fmla="*/ 1371600 w 10355580"/>
                      <a:gd name="connsiteY22" fmla="*/ 4423410 h 4804410"/>
                      <a:gd name="connsiteX23" fmla="*/ 1443990 w 10355580"/>
                      <a:gd name="connsiteY23" fmla="*/ 4160520 h 4804410"/>
                      <a:gd name="connsiteX24" fmla="*/ 1516380 w 10355580"/>
                      <a:gd name="connsiteY24" fmla="*/ 4290060 h 4804410"/>
                      <a:gd name="connsiteX25" fmla="*/ 1573530 w 10355580"/>
                      <a:gd name="connsiteY25" fmla="*/ 4240530 h 4804410"/>
                      <a:gd name="connsiteX26" fmla="*/ 1642110 w 10355580"/>
                      <a:gd name="connsiteY26" fmla="*/ 4450080 h 4804410"/>
                      <a:gd name="connsiteX27" fmla="*/ 1703070 w 10355580"/>
                      <a:gd name="connsiteY27" fmla="*/ 4472940 h 4804410"/>
                      <a:gd name="connsiteX28" fmla="*/ 1764030 w 10355580"/>
                      <a:gd name="connsiteY28" fmla="*/ 4236720 h 4804410"/>
                      <a:gd name="connsiteX29" fmla="*/ 1828800 w 10355580"/>
                      <a:gd name="connsiteY29" fmla="*/ 4194810 h 4804410"/>
                      <a:gd name="connsiteX30" fmla="*/ 1897380 w 10355580"/>
                      <a:gd name="connsiteY30" fmla="*/ 4248150 h 4804410"/>
                      <a:gd name="connsiteX31" fmla="*/ 1958340 w 10355580"/>
                      <a:gd name="connsiteY31" fmla="*/ 4503420 h 4804410"/>
                      <a:gd name="connsiteX32" fmla="*/ 2026920 w 10355580"/>
                      <a:gd name="connsiteY32" fmla="*/ 4610100 h 4804410"/>
                      <a:gd name="connsiteX33" fmla="*/ 2080260 w 10355580"/>
                      <a:gd name="connsiteY33" fmla="*/ 4530090 h 4804410"/>
                      <a:gd name="connsiteX34" fmla="*/ 2152650 w 10355580"/>
                      <a:gd name="connsiteY34" fmla="*/ 4240530 h 4804410"/>
                      <a:gd name="connsiteX35" fmla="*/ 2225040 w 10355580"/>
                      <a:gd name="connsiteY35" fmla="*/ 3577590 h 4804410"/>
                      <a:gd name="connsiteX36" fmla="*/ 2289810 w 10355580"/>
                      <a:gd name="connsiteY36" fmla="*/ 3806190 h 4804410"/>
                      <a:gd name="connsiteX37" fmla="*/ 2350770 w 10355580"/>
                      <a:gd name="connsiteY37" fmla="*/ 4263390 h 4804410"/>
                      <a:gd name="connsiteX38" fmla="*/ 2430780 w 10355580"/>
                      <a:gd name="connsiteY38" fmla="*/ 4122420 h 4804410"/>
                      <a:gd name="connsiteX39" fmla="*/ 2484120 w 10355580"/>
                      <a:gd name="connsiteY39" fmla="*/ 3676650 h 4804410"/>
                      <a:gd name="connsiteX40" fmla="*/ 2560320 w 10355580"/>
                      <a:gd name="connsiteY40" fmla="*/ 3798570 h 4804410"/>
                      <a:gd name="connsiteX41" fmla="*/ 2625090 w 10355580"/>
                      <a:gd name="connsiteY41" fmla="*/ 4107180 h 4804410"/>
                      <a:gd name="connsiteX42" fmla="*/ 2682240 w 10355580"/>
                      <a:gd name="connsiteY42" fmla="*/ 4293870 h 4804410"/>
                      <a:gd name="connsiteX43" fmla="*/ 2750820 w 10355580"/>
                      <a:gd name="connsiteY43" fmla="*/ 4187190 h 4804410"/>
                      <a:gd name="connsiteX44" fmla="*/ 2819400 w 10355580"/>
                      <a:gd name="connsiteY44" fmla="*/ 4282440 h 4804410"/>
                      <a:gd name="connsiteX45" fmla="*/ 2872740 w 10355580"/>
                      <a:gd name="connsiteY45" fmla="*/ 4541520 h 4804410"/>
                      <a:gd name="connsiteX46" fmla="*/ 2945130 w 10355580"/>
                      <a:gd name="connsiteY46" fmla="*/ 4419600 h 4804410"/>
                      <a:gd name="connsiteX47" fmla="*/ 3013710 w 10355580"/>
                      <a:gd name="connsiteY47" fmla="*/ 4461510 h 4804410"/>
                      <a:gd name="connsiteX48" fmla="*/ 3070860 w 10355580"/>
                      <a:gd name="connsiteY48" fmla="*/ 4423410 h 4804410"/>
                      <a:gd name="connsiteX49" fmla="*/ 3150870 w 10355580"/>
                      <a:gd name="connsiteY49" fmla="*/ 4450080 h 4804410"/>
                      <a:gd name="connsiteX50" fmla="*/ 3211830 w 10355580"/>
                      <a:gd name="connsiteY50" fmla="*/ 4587240 h 4804410"/>
                      <a:gd name="connsiteX51" fmla="*/ 3276600 w 10355580"/>
                      <a:gd name="connsiteY51" fmla="*/ 4575810 h 4804410"/>
                      <a:gd name="connsiteX52" fmla="*/ 3337560 w 10355580"/>
                      <a:gd name="connsiteY52" fmla="*/ 4465320 h 4804410"/>
                      <a:gd name="connsiteX53" fmla="*/ 3394710 w 10355580"/>
                      <a:gd name="connsiteY53" fmla="*/ 4271010 h 4804410"/>
                      <a:gd name="connsiteX54" fmla="*/ 3535680 w 10355580"/>
                      <a:gd name="connsiteY54" fmla="*/ 4621530 h 4804410"/>
                      <a:gd name="connsiteX55" fmla="*/ 3596640 w 10355580"/>
                      <a:gd name="connsiteY55" fmla="*/ 4221480 h 4804410"/>
                      <a:gd name="connsiteX56" fmla="*/ 3657600 w 10355580"/>
                      <a:gd name="connsiteY56" fmla="*/ 3981450 h 4804410"/>
                      <a:gd name="connsiteX57" fmla="*/ 3729990 w 10355580"/>
                      <a:gd name="connsiteY57" fmla="*/ 3920490 h 4804410"/>
                      <a:gd name="connsiteX58" fmla="*/ 3798570 w 10355580"/>
                      <a:gd name="connsiteY58" fmla="*/ 4061460 h 4804410"/>
                      <a:gd name="connsiteX59" fmla="*/ 3851910 w 10355580"/>
                      <a:gd name="connsiteY59" fmla="*/ 3672840 h 4804410"/>
                      <a:gd name="connsiteX60" fmla="*/ 3928110 w 10355580"/>
                      <a:gd name="connsiteY60" fmla="*/ 4263390 h 4804410"/>
                      <a:gd name="connsiteX61" fmla="*/ 3977640 w 10355580"/>
                      <a:gd name="connsiteY61" fmla="*/ 4271010 h 4804410"/>
                      <a:gd name="connsiteX62" fmla="*/ 4046220 w 10355580"/>
                      <a:gd name="connsiteY62" fmla="*/ 4434840 h 4804410"/>
                      <a:gd name="connsiteX63" fmla="*/ 4107180 w 10355580"/>
                      <a:gd name="connsiteY63" fmla="*/ 4404360 h 4804410"/>
                      <a:gd name="connsiteX64" fmla="*/ 4171950 w 10355580"/>
                      <a:gd name="connsiteY64" fmla="*/ 4274820 h 4804410"/>
                      <a:gd name="connsiteX65" fmla="*/ 4240530 w 10355580"/>
                      <a:gd name="connsiteY65" fmla="*/ 4164330 h 4804410"/>
                      <a:gd name="connsiteX66" fmla="*/ 4312920 w 10355580"/>
                      <a:gd name="connsiteY66" fmla="*/ 4499610 h 4804410"/>
                      <a:gd name="connsiteX67" fmla="*/ 4381500 w 10355580"/>
                      <a:gd name="connsiteY67" fmla="*/ 4549140 h 4804410"/>
                      <a:gd name="connsiteX68" fmla="*/ 4438650 w 10355580"/>
                      <a:gd name="connsiteY68" fmla="*/ 4495800 h 4804410"/>
                      <a:gd name="connsiteX69" fmla="*/ 4507230 w 10355580"/>
                      <a:gd name="connsiteY69" fmla="*/ 4511040 h 4804410"/>
                      <a:gd name="connsiteX70" fmla="*/ 4568190 w 10355580"/>
                      <a:gd name="connsiteY70" fmla="*/ 4804410 h 4804410"/>
                      <a:gd name="connsiteX71" fmla="*/ 4629150 w 10355580"/>
                      <a:gd name="connsiteY71" fmla="*/ 4602480 h 4804410"/>
                      <a:gd name="connsiteX72" fmla="*/ 4701540 w 10355580"/>
                      <a:gd name="connsiteY72" fmla="*/ 4709160 h 4804410"/>
                      <a:gd name="connsiteX73" fmla="*/ 4762500 w 10355580"/>
                      <a:gd name="connsiteY73" fmla="*/ 4491990 h 4804410"/>
                      <a:gd name="connsiteX74" fmla="*/ 4827270 w 10355580"/>
                      <a:gd name="connsiteY74" fmla="*/ 4514850 h 4804410"/>
                      <a:gd name="connsiteX75" fmla="*/ 4892040 w 10355580"/>
                      <a:gd name="connsiteY75" fmla="*/ 4431030 h 4804410"/>
                      <a:gd name="connsiteX76" fmla="*/ 4953000 w 10355580"/>
                      <a:gd name="connsiteY76" fmla="*/ 4404360 h 4804410"/>
                      <a:gd name="connsiteX77" fmla="*/ 5029200 w 10355580"/>
                      <a:gd name="connsiteY77" fmla="*/ 4434840 h 4804410"/>
                      <a:gd name="connsiteX78" fmla="*/ 5082540 w 10355580"/>
                      <a:gd name="connsiteY78" fmla="*/ 4495800 h 4804410"/>
                      <a:gd name="connsiteX79" fmla="*/ 5147310 w 10355580"/>
                      <a:gd name="connsiteY79" fmla="*/ 4503420 h 4804410"/>
                      <a:gd name="connsiteX80" fmla="*/ 5223510 w 10355580"/>
                      <a:gd name="connsiteY80" fmla="*/ 4457700 h 4804410"/>
                      <a:gd name="connsiteX81" fmla="*/ 5372100 w 10355580"/>
                      <a:gd name="connsiteY81" fmla="*/ 4545330 h 4804410"/>
                      <a:gd name="connsiteX82" fmla="*/ 5421630 w 10355580"/>
                      <a:gd name="connsiteY82" fmla="*/ 4545330 h 4804410"/>
                      <a:gd name="connsiteX83" fmla="*/ 5490210 w 10355580"/>
                      <a:gd name="connsiteY83" fmla="*/ 4652010 h 4804410"/>
                      <a:gd name="connsiteX84" fmla="*/ 5547360 w 10355580"/>
                      <a:gd name="connsiteY84" fmla="*/ 4659630 h 4804410"/>
                      <a:gd name="connsiteX85" fmla="*/ 5596890 w 10355580"/>
                      <a:gd name="connsiteY85" fmla="*/ 4373880 h 4804410"/>
                      <a:gd name="connsiteX86" fmla="*/ 5669280 w 10355580"/>
                      <a:gd name="connsiteY86" fmla="*/ 4392930 h 4804410"/>
                      <a:gd name="connsiteX87" fmla="*/ 5737860 w 10355580"/>
                      <a:gd name="connsiteY87" fmla="*/ 4499610 h 4804410"/>
                      <a:gd name="connsiteX88" fmla="*/ 5806440 w 10355580"/>
                      <a:gd name="connsiteY88" fmla="*/ 4522470 h 4804410"/>
                      <a:gd name="connsiteX89" fmla="*/ 5867400 w 10355580"/>
                      <a:gd name="connsiteY89" fmla="*/ 4575810 h 4804410"/>
                      <a:gd name="connsiteX90" fmla="*/ 5939790 w 10355580"/>
                      <a:gd name="connsiteY90" fmla="*/ 4591050 h 4804410"/>
                      <a:gd name="connsiteX91" fmla="*/ 6008370 w 10355580"/>
                      <a:gd name="connsiteY91" fmla="*/ 4507230 h 4804410"/>
                      <a:gd name="connsiteX92" fmla="*/ 6164580 w 10355580"/>
                      <a:gd name="connsiteY92" fmla="*/ 4514850 h 4804410"/>
                      <a:gd name="connsiteX93" fmla="*/ 6248400 w 10355580"/>
                      <a:gd name="connsiteY93" fmla="*/ 4560570 h 4804410"/>
                      <a:gd name="connsiteX94" fmla="*/ 6332220 w 10355580"/>
                      <a:gd name="connsiteY94" fmla="*/ 4514850 h 4804410"/>
                      <a:gd name="connsiteX95" fmla="*/ 6393180 w 10355580"/>
                      <a:gd name="connsiteY95" fmla="*/ 4522470 h 4804410"/>
                      <a:gd name="connsiteX96" fmla="*/ 6454140 w 10355580"/>
                      <a:gd name="connsiteY96" fmla="*/ 4598670 h 4804410"/>
                      <a:gd name="connsiteX97" fmla="*/ 6534150 w 10355580"/>
                      <a:gd name="connsiteY97" fmla="*/ 4636770 h 4804410"/>
                      <a:gd name="connsiteX98" fmla="*/ 6720840 w 10355580"/>
                      <a:gd name="connsiteY98" fmla="*/ 4652010 h 4804410"/>
                      <a:gd name="connsiteX99" fmla="*/ 6877050 w 10355580"/>
                      <a:gd name="connsiteY99" fmla="*/ 4690110 h 4804410"/>
                      <a:gd name="connsiteX100" fmla="*/ 6995160 w 10355580"/>
                      <a:gd name="connsiteY100" fmla="*/ 4724400 h 4804410"/>
                      <a:gd name="connsiteX101" fmla="*/ 7098030 w 10355580"/>
                      <a:gd name="connsiteY101" fmla="*/ 4777740 h 4804410"/>
                      <a:gd name="connsiteX102" fmla="*/ 7170420 w 10355580"/>
                      <a:gd name="connsiteY102" fmla="*/ 4674870 h 4804410"/>
                      <a:gd name="connsiteX103" fmla="*/ 7227570 w 10355580"/>
                      <a:gd name="connsiteY103" fmla="*/ 4655820 h 4804410"/>
                      <a:gd name="connsiteX104" fmla="*/ 7299960 w 10355580"/>
                      <a:gd name="connsiteY104" fmla="*/ 4480560 h 4804410"/>
                      <a:gd name="connsiteX105" fmla="*/ 7357110 w 10355580"/>
                      <a:gd name="connsiteY105" fmla="*/ 2853690 h 4804410"/>
                      <a:gd name="connsiteX106" fmla="*/ 7433310 w 10355580"/>
                      <a:gd name="connsiteY106" fmla="*/ 3051810 h 4804410"/>
                      <a:gd name="connsiteX107" fmla="*/ 7494270 w 10355580"/>
                      <a:gd name="connsiteY107" fmla="*/ 2937510 h 4804410"/>
                      <a:gd name="connsiteX108" fmla="*/ 7555230 w 10355580"/>
                      <a:gd name="connsiteY108" fmla="*/ 2910840 h 4804410"/>
                      <a:gd name="connsiteX109" fmla="*/ 7631430 w 10355580"/>
                      <a:gd name="connsiteY109" fmla="*/ 3055620 h 4804410"/>
                      <a:gd name="connsiteX110" fmla="*/ 7688580 w 10355580"/>
                      <a:gd name="connsiteY110" fmla="*/ 781050 h 4804410"/>
                      <a:gd name="connsiteX111" fmla="*/ 7753350 w 10355580"/>
                      <a:gd name="connsiteY111" fmla="*/ 681990 h 4804410"/>
                      <a:gd name="connsiteX112" fmla="*/ 7943850 w 10355580"/>
                      <a:gd name="connsiteY112" fmla="*/ 2225040 h 4804410"/>
                      <a:gd name="connsiteX113" fmla="*/ 8081010 w 10355580"/>
                      <a:gd name="connsiteY113" fmla="*/ 2632710 h 4804410"/>
                      <a:gd name="connsiteX114" fmla="*/ 8138160 w 10355580"/>
                      <a:gd name="connsiteY114" fmla="*/ 3901440 h 4804410"/>
                      <a:gd name="connsiteX115" fmla="*/ 8214360 w 10355580"/>
                      <a:gd name="connsiteY115" fmla="*/ 3589020 h 4804410"/>
                      <a:gd name="connsiteX116" fmla="*/ 8271510 w 10355580"/>
                      <a:gd name="connsiteY116" fmla="*/ 3950970 h 4804410"/>
                      <a:gd name="connsiteX117" fmla="*/ 8340090 w 10355580"/>
                      <a:gd name="connsiteY117" fmla="*/ 3733800 h 4804410"/>
                      <a:gd name="connsiteX118" fmla="*/ 8408670 w 10355580"/>
                      <a:gd name="connsiteY118" fmla="*/ 3394710 h 4804410"/>
                      <a:gd name="connsiteX119" fmla="*/ 8469630 w 10355580"/>
                      <a:gd name="connsiteY119" fmla="*/ 3760470 h 4804410"/>
                      <a:gd name="connsiteX120" fmla="*/ 8534400 w 10355580"/>
                      <a:gd name="connsiteY120" fmla="*/ 3844290 h 4804410"/>
                      <a:gd name="connsiteX121" fmla="*/ 8599170 w 10355580"/>
                      <a:gd name="connsiteY121" fmla="*/ 4053840 h 4804410"/>
                      <a:gd name="connsiteX122" fmla="*/ 8660130 w 10355580"/>
                      <a:gd name="connsiteY122" fmla="*/ 4152900 h 4804410"/>
                      <a:gd name="connsiteX123" fmla="*/ 8728710 w 10355580"/>
                      <a:gd name="connsiteY123" fmla="*/ 4091940 h 4804410"/>
                      <a:gd name="connsiteX124" fmla="*/ 8793480 w 10355580"/>
                      <a:gd name="connsiteY124" fmla="*/ 3909060 h 4804410"/>
                      <a:gd name="connsiteX125" fmla="*/ 8862060 w 10355580"/>
                      <a:gd name="connsiteY125" fmla="*/ 4038600 h 4804410"/>
                      <a:gd name="connsiteX126" fmla="*/ 8919210 w 10355580"/>
                      <a:gd name="connsiteY126" fmla="*/ 4457700 h 4804410"/>
                      <a:gd name="connsiteX127" fmla="*/ 8995410 w 10355580"/>
                      <a:gd name="connsiteY127" fmla="*/ 4122420 h 4804410"/>
                      <a:gd name="connsiteX128" fmla="*/ 9052560 w 10355580"/>
                      <a:gd name="connsiteY128" fmla="*/ 3569970 h 4804410"/>
                      <a:gd name="connsiteX129" fmla="*/ 9132570 w 10355580"/>
                      <a:gd name="connsiteY129" fmla="*/ 3832860 h 4804410"/>
                      <a:gd name="connsiteX130" fmla="*/ 9185910 w 10355580"/>
                      <a:gd name="connsiteY130" fmla="*/ 3813810 h 4804410"/>
                      <a:gd name="connsiteX131" fmla="*/ 9246870 w 10355580"/>
                      <a:gd name="connsiteY131" fmla="*/ 3642360 h 4804410"/>
                      <a:gd name="connsiteX132" fmla="*/ 9323070 w 10355580"/>
                      <a:gd name="connsiteY132" fmla="*/ 3169920 h 4804410"/>
                      <a:gd name="connsiteX133" fmla="*/ 9361170 w 10355580"/>
                      <a:gd name="connsiteY133" fmla="*/ 2644140 h 4804410"/>
                      <a:gd name="connsiteX134" fmla="*/ 9384030 w 10355580"/>
                      <a:gd name="connsiteY134" fmla="*/ 2373630 h 4804410"/>
                      <a:gd name="connsiteX135" fmla="*/ 9441180 w 10355580"/>
                      <a:gd name="connsiteY135" fmla="*/ 1916430 h 4804410"/>
                      <a:gd name="connsiteX136" fmla="*/ 9517380 w 10355580"/>
                      <a:gd name="connsiteY136" fmla="*/ 1668780 h 4804410"/>
                      <a:gd name="connsiteX137" fmla="*/ 9574530 w 10355580"/>
                      <a:gd name="connsiteY137" fmla="*/ 621030 h 4804410"/>
                      <a:gd name="connsiteX138" fmla="*/ 9612630 w 10355580"/>
                      <a:gd name="connsiteY138" fmla="*/ 1802130 h 4804410"/>
                      <a:gd name="connsiteX139" fmla="*/ 9639300 w 10355580"/>
                      <a:gd name="connsiteY139" fmla="*/ 2320290 h 4804410"/>
                      <a:gd name="connsiteX140" fmla="*/ 9711690 w 10355580"/>
                      <a:gd name="connsiteY140" fmla="*/ 1535430 h 4804410"/>
                      <a:gd name="connsiteX141" fmla="*/ 9765030 w 10355580"/>
                      <a:gd name="connsiteY141" fmla="*/ 182880 h 4804410"/>
                      <a:gd name="connsiteX142" fmla="*/ 9841230 w 10355580"/>
                      <a:gd name="connsiteY142" fmla="*/ 278130 h 4804410"/>
                      <a:gd name="connsiteX143" fmla="*/ 9906000 w 10355580"/>
                      <a:gd name="connsiteY143" fmla="*/ 487680 h 4804410"/>
                      <a:gd name="connsiteX144" fmla="*/ 9963150 w 10355580"/>
                      <a:gd name="connsiteY144" fmla="*/ 982980 h 4804410"/>
                      <a:gd name="connsiteX145" fmla="*/ 10027920 w 10355580"/>
                      <a:gd name="connsiteY145" fmla="*/ 3009900 h 4804410"/>
                      <a:gd name="connsiteX146" fmla="*/ 10096500 w 10355580"/>
                      <a:gd name="connsiteY146" fmla="*/ 3390900 h 4804410"/>
                      <a:gd name="connsiteX147" fmla="*/ 10165080 w 10355580"/>
                      <a:gd name="connsiteY147" fmla="*/ 2960370 h 4804410"/>
                      <a:gd name="connsiteX148" fmla="*/ 10222230 w 10355580"/>
                      <a:gd name="connsiteY148" fmla="*/ 2346960 h 4804410"/>
                      <a:gd name="connsiteX149" fmla="*/ 10302240 w 10355580"/>
                      <a:gd name="connsiteY149" fmla="*/ 2674620 h 4804410"/>
                      <a:gd name="connsiteX150" fmla="*/ 10355580 w 10355580"/>
                      <a:gd name="connsiteY150" fmla="*/ 4351020 h 4804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10355580" h="4804410" extrusionOk="0">
                        <a:moveTo>
                          <a:pt x="0" y="4701540"/>
                        </a:moveTo>
                        <a:cubicBezTo>
                          <a:pt x="72710" y="4470740"/>
                          <a:pt x="84763" y="4306710"/>
                          <a:pt x="87630" y="4168140"/>
                        </a:cubicBezTo>
                        <a:cubicBezTo>
                          <a:pt x="224309" y="3492379"/>
                          <a:pt x="149831" y="2887800"/>
                          <a:pt x="140970" y="2670810"/>
                        </a:cubicBezTo>
                        <a:cubicBezTo>
                          <a:pt x="45372" y="2399207"/>
                          <a:pt x="240849" y="1622968"/>
                          <a:pt x="175260" y="1489710"/>
                        </a:cubicBezTo>
                        <a:cubicBezTo>
                          <a:pt x="172177" y="1391440"/>
                          <a:pt x="189491" y="1041854"/>
                          <a:pt x="182880" y="769620"/>
                        </a:cubicBezTo>
                        <a:cubicBezTo>
                          <a:pt x="162415" y="489404"/>
                          <a:pt x="141753" y="289912"/>
                          <a:pt x="209550" y="0"/>
                        </a:cubicBezTo>
                        <a:cubicBezTo>
                          <a:pt x="183975" y="155180"/>
                          <a:pt x="261081" y="687127"/>
                          <a:pt x="274320" y="815340"/>
                        </a:cubicBezTo>
                        <a:cubicBezTo>
                          <a:pt x="167786" y="1407403"/>
                          <a:pt x="241497" y="2276505"/>
                          <a:pt x="335280" y="2682240"/>
                        </a:cubicBezTo>
                        <a:cubicBezTo>
                          <a:pt x="393444" y="2842448"/>
                          <a:pt x="392162" y="3411290"/>
                          <a:pt x="396240" y="3505200"/>
                        </a:cubicBezTo>
                        <a:cubicBezTo>
                          <a:pt x="422451" y="3232667"/>
                          <a:pt x="350959" y="2925849"/>
                          <a:pt x="472440" y="2465070"/>
                        </a:cubicBezTo>
                        <a:cubicBezTo>
                          <a:pt x="493512" y="2464716"/>
                          <a:pt x="516316" y="2469445"/>
                          <a:pt x="529590" y="2465070"/>
                        </a:cubicBezTo>
                        <a:cubicBezTo>
                          <a:pt x="555403" y="2315565"/>
                          <a:pt x="564672" y="2174887"/>
                          <a:pt x="598170" y="2125980"/>
                        </a:cubicBezTo>
                        <a:cubicBezTo>
                          <a:pt x="560154" y="2051161"/>
                          <a:pt x="691920" y="1726317"/>
                          <a:pt x="666750" y="1554480"/>
                        </a:cubicBezTo>
                        <a:cubicBezTo>
                          <a:pt x="670870" y="1734380"/>
                          <a:pt x="740439" y="1963200"/>
                          <a:pt x="731520" y="2145030"/>
                        </a:cubicBezTo>
                        <a:cubicBezTo>
                          <a:pt x="696536" y="2563820"/>
                          <a:pt x="644386" y="3306441"/>
                          <a:pt x="788670" y="3684270"/>
                        </a:cubicBezTo>
                        <a:cubicBezTo>
                          <a:pt x="785440" y="3907398"/>
                          <a:pt x="842206" y="4039228"/>
                          <a:pt x="864870" y="4171950"/>
                        </a:cubicBezTo>
                        <a:cubicBezTo>
                          <a:pt x="874903" y="4144672"/>
                          <a:pt x="884773" y="4050219"/>
                          <a:pt x="918210" y="3992880"/>
                        </a:cubicBezTo>
                        <a:cubicBezTo>
                          <a:pt x="889615" y="3557325"/>
                          <a:pt x="1072847" y="3103094"/>
                          <a:pt x="986790" y="2804160"/>
                        </a:cubicBezTo>
                        <a:cubicBezTo>
                          <a:pt x="1000741" y="2816569"/>
                          <a:pt x="1035253" y="2911533"/>
                          <a:pt x="1059180" y="2933700"/>
                        </a:cubicBezTo>
                        <a:cubicBezTo>
                          <a:pt x="1133848" y="3453163"/>
                          <a:pt x="1043069" y="3475831"/>
                          <a:pt x="1120140" y="4011930"/>
                        </a:cubicBezTo>
                        <a:cubicBezTo>
                          <a:pt x="1163549" y="4097098"/>
                          <a:pt x="1166883" y="4224060"/>
                          <a:pt x="1184910" y="4293870"/>
                        </a:cubicBezTo>
                        <a:cubicBezTo>
                          <a:pt x="1216256" y="4274371"/>
                          <a:pt x="1234418" y="4265173"/>
                          <a:pt x="1261110" y="4251960"/>
                        </a:cubicBezTo>
                        <a:cubicBezTo>
                          <a:pt x="1281426" y="4314978"/>
                          <a:pt x="1313556" y="4344010"/>
                          <a:pt x="1371600" y="4423410"/>
                        </a:cubicBezTo>
                        <a:cubicBezTo>
                          <a:pt x="1383217" y="4331023"/>
                          <a:pt x="1387625" y="4285688"/>
                          <a:pt x="1443990" y="4160520"/>
                        </a:cubicBezTo>
                        <a:cubicBezTo>
                          <a:pt x="1464092" y="4212547"/>
                          <a:pt x="1511605" y="4265470"/>
                          <a:pt x="1516380" y="4290060"/>
                        </a:cubicBezTo>
                        <a:cubicBezTo>
                          <a:pt x="1529946" y="4275766"/>
                          <a:pt x="1551168" y="4255387"/>
                          <a:pt x="1573530" y="4240530"/>
                        </a:cubicBezTo>
                        <a:cubicBezTo>
                          <a:pt x="1601208" y="4261950"/>
                          <a:pt x="1631913" y="4364636"/>
                          <a:pt x="1642110" y="4450080"/>
                        </a:cubicBezTo>
                        <a:cubicBezTo>
                          <a:pt x="1662552" y="4460971"/>
                          <a:pt x="1691998" y="4470499"/>
                          <a:pt x="1703070" y="4472940"/>
                        </a:cubicBezTo>
                        <a:cubicBezTo>
                          <a:pt x="1744954" y="4380434"/>
                          <a:pt x="1766452" y="4283867"/>
                          <a:pt x="1764030" y="4236720"/>
                        </a:cubicBezTo>
                        <a:cubicBezTo>
                          <a:pt x="1775966" y="4224825"/>
                          <a:pt x="1819646" y="4196362"/>
                          <a:pt x="1828800" y="4194810"/>
                        </a:cubicBezTo>
                        <a:cubicBezTo>
                          <a:pt x="1845639" y="4201558"/>
                          <a:pt x="1873910" y="4235971"/>
                          <a:pt x="1897380" y="4248150"/>
                        </a:cubicBezTo>
                        <a:cubicBezTo>
                          <a:pt x="1910351" y="4354774"/>
                          <a:pt x="1946960" y="4377466"/>
                          <a:pt x="1958340" y="4503420"/>
                        </a:cubicBezTo>
                        <a:cubicBezTo>
                          <a:pt x="1969112" y="4518297"/>
                          <a:pt x="2007671" y="4594228"/>
                          <a:pt x="2026920" y="4610100"/>
                        </a:cubicBezTo>
                        <a:cubicBezTo>
                          <a:pt x="2029908" y="4591312"/>
                          <a:pt x="2055348" y="4559543"/>
                          <a:pt x="2080260" y="4530090"/>
                        </a:cubicBezTo>
                        <a:cubicBezTo>
                          <a:pt x="2116136" y="4491961"/>
                          <a:pt x="2148814" y="4289975"/>
                          <a:pt x="2152650" y="4240530"/>
                        </a:cubicBezTo>
                        <a:cubicBezTo>
                          <a:pt x="2115212" y="4115312"/>
                          <a:pt x="2169852" y="3896979"/>
                          <a:pt x="2225040" y="3577590"/>
                        </a:cubicBezTo>
                        <a:cubicBezTo>
                          <a:pt x="2273154" y="3681447"/>
                          <a:pt x="2274668" y="3735606"/>
                          <a:pt x="2289810" y="3806190"/>
                        </a:cubicBezTo>
                        <a:cubicBezTo>
                          <a:pt x="2351175" y="3994473"/>
                          <a:pt x="2338281" y="4202433"/>
                          <a:pt x="2350770" y="4263390"/>
                        </a:cubicBezTo>
                        <a:cubicBezTo>
                          <a:pt x="2387684" y="4215539"/>
                          <a:pt x="2428585" y="4139828"/>
                          <a:pt x="2430780" y="4122420"/>
                        </a:cubicBezTo>
                        <a:cubicBezTo>
                          <a:pt x="2446801" y="3911704"/>
                          <a:pt x="2501481" y="3758186"/>
                          <a:pt x="2484120" y="3676650"/>
                        </a:cubicBezTo>
                        <a:cubicBezTo>
                          <a:pt x="2514091" y="3741729"/>
                          <a:pt x="2547863" y="3765693"/>
                          <a:pt x="2560320" y="3798570"/>
                        </a:cubicBezTo>
                        <a:cubicBezTo>
                          <a:pt x="2590709" y="3897016"/>
                          <a:pt x="2604368" y="4019789"/>
                          <a:pt x="2625090" y="4107180"/>
                        </a:cubicBezTo>
                        <a:cubicBezTo>
                          <a:pt x="2666488" y="4187413"/>
                          <a:pt x="2656857" y="4223358"/>
                          <a:pt x="2682240" y="4293870"/>
                        </a:cubicBezTo>
                        <a:cubicBezTo>
                          <a:pt x="2688756" y="4263732"/>
                          <a:pt x="2733314" y="4216847"/>
                          <a:pt x="2750820" y="4187190"/>
                        </a:cubicBezTo>
                        <a:cubicBezTo>
                          <a:pt x="2784745" y="4228781"/>
                          <a:pt x="2789258" y="4232270"/>
                          <a:pt x="2819400" y="4282440"/>
                        </a:cubicBezTo>
                        <a:cubicBezTo>
                          <a:pt x="2827214" y="4321574"/>
                          <a:pt x="2845455" y="4429129"/>
                          <a:pt x="2872740" y="4541520"/>
                        </a:cubicBezTo>
                        <a:cubicBezTo>
                          <a:pt x="2894428" y="4524851"/>
                          <a:pt x="2920614" y="4480069"/>
                          <a:pt x="2945130" y="4419600"/>
                        </a:cubicBezTo>
                        <a:cubicBezTo>
                          <a:pt x="2962475" y="4438003"/>
                          <a:pt x="2992156" y="4453198"/>
                          <a:pt x="3013710" y="4461510"/>
                        </a:cubicBezTo>
                        <a:cubicBezTo>
                          <a:pt x="3033875" y="4442095"/>
                          <a:pt x="3042725" y="4442103"/>
                          <a:pt x="3070860" y="4423410"/>
                        </a:cubicBezTo>
                        <a:cubicBezTo>
                          <a:pt x="3094441" y="4427724"/>
                          <a:pt x="3117019" y="4444107"/>
                          <a:pt x="3150870" y="4450080"/>
                        </a:cubicBezTo>
                        <a:cubicBezTo>
                          <a:pt x="3164098" y="4481666"/>
                          <a:pt x="3180830" y="4540778"/>
                          <a:pt x="3211830" y="4587240"/>
                        </a:cubicBezTo>
                        <a:cubicBezTo>
                          <a:pt x="3222125" y="4585826"/>
                          <a:pt x="3261928" y="4579974"/>
                          <a:pt x="3276600" y="4575810"/>
                        </a:cubicBezTo>
                        <a:cubicBezTo>
                          <a:pt x="3289189" y="4534370"/>
                          <a:pt x="3322408" y="4513955"/>
                          <a:pt x="3337560" y="4465320"/>
                        </a:cubicBezTo>
                        <a:cubicBezTo>
                          <a:pt x="3344937" y="4419832"/>
                          <a:pt x="3380372" y="4327201"/>
                          <a:pt x="3394710" y="4271010"/>
                        </a:cubicBezTo>
                        <a:cubicBezTo>
                          <a:pt x="3426609" y="4310090"/>
                          <a:pt x="3524851" y="4540477"/>
                          <a:pt x="3535680" y="4621530"/>
                        </a:cubicBezTo>
                        <a:cubicBezTo>
                          <a:pt x="3550730" y="4450008"/>
                          <a:pt x="3589660" y="4410354"/>
                          <a:pt x="3596640" y="4221480"/>
                        </a:cubicBezTo>
                        <a:cubicBezTo>
                          <a:pt x="3609596" y="4170017"/>
                          <a:pt x="3631070" y="4041494"/>
                          <a:pt x="3657600" y="3981450"/>
                        </a:cubicBezTo>
                        <a:cubicBezTo>
                          <a:pt x="3680909" y="3951171"/>
                          <a:pt x="3721558" y="3929934"/>
                          <a:pt x="3729990" y="3920490"/>
                        </a:cubicBezTo>
                        <a:cubicBezTo>
                          <a:pt x="3733106" y="3943237"/>
                          <a:pt x="3770031" y="3992997"/>
                          <a:pt x="3798570" y="4061460"/>
                        </a:cubicBezTo>
                        <a:cubicBezTo>
                          <a:pt x="3824766" y="3936656"/>
                          <a:pt x="3835961" y="3863472"/>
                          <a:pt x="3851910" y="3672840"/>
                        </a:cubicBezTo>
                        <a:cubicBezTo>
                          <a:pt x="3840934" y="3792046"/>
                          <a:pt x="3911864" y="4197226"/>
                          <a:pt x="3928110" y="4263390"/>
                        </a:cubicBezTo>
                        <a:cubicBezTo>
                          <a:pt x="3950709" y="4265216"/>
                          <a:pt x="3960480" y="4266299"/>
                          <a:pt x="3977640" y="4271010"/>
                        </a:cubicBezTo>
                        <a:cubicBezTo>
                          <a:pt x="4003370" y="4343359"/>
                          <a:pt x="4017222" y="4376832"/>
                          <a:pt x="4046220" y="4434840"/>
                        </a:cubicBezTo>
                        <a:cubicBezTo>
                          <a:pt x="4072601" y="4427422"/>
                          <a:pt x="4081290" y="4422775"/>
                          <a:pt x="4107180" y="4404360"/>
                        </a:cubicBezTo>
                        <a:cubicBezTo>
                          <a:pt x="4145460" y="4356352"/>
                          <a:pt x="4161491" y="4320880"/>
                          <a:pt x="4171950" y="4274820"/>
                        </a:cubicBezTo>
                        <a:cubicBezTo>
                          <a:pt x="4195296" y="4244224"/>
                          <a:pt x="4234685" y="4193560"/>
                          <a:pt x="4240530" y="4164330"/>
                        </a:cubicBezTo>
                        <a:cubicBezTo>
                          <a:pt x="4238798" y="4256506"/>
                          <a:pt x="4272102" y="4374299"/>
                          <a:pt x="4312920" y="4499610"/>
                        </a:cubicBezTo>
                        <a:cubicBezTo>
                          <a:pt x="4328119" y="4515041"/>
                          <a:pt x="4374667" y="4540687"/>
                          <a:pt x="4381500" y="4549140"/>
                        </a:cubicBezTo>
                        <a:cubicBezTo>
                          <a:pt x="4389178" y="4543965"/>
                          <a:pt x="4410604" y="4518461"/>
                          <a:pt x="4438650" y="4495800"/>
                        </a:cubicBezTo>
                        <a:cubicBezTo>
                          <a:pt x="4463316" y="4505641"/>
                          <a:pt x="4483667" y="4501743"/>
                          <a:pt x="4507230" y="4511040"/>
                        </a:cubicBezTo>
                        <a:cubicBezTo>
                          <a:pt x="4548495" y="4588467"/>
                          <a:pt x="4532955" y="4728044"/>
                          <a:pt x="4568190" y="4804410"/>
                        </a:cubicBezTo>
                        <a:cubicBezTo>
                          <a:pt x="4603034" y="4711897"/>
                          <a:pt x="4618911" y="4672752"/>
                          <a:pt x="4629150" y="4602480"/>
                        </a:cubicBezTo>
                        <a:cubicBezTo>
                          <a:pt x="4654407" y="4623671"/>
                          <a:pt x="4691804" y="4695250"/>
                          <a:pt x="4701540" y="4709160"/>
                        </a:cubicBezTo>
                        <a:cubicBezTo>
                          <a:pt x="4717048" y="4656061"/>
                          <a:pt x="4735192" y="4598893"/>
                          <a:pt x="4762500" y="4491990"/>
                        </a:cubicBezTo>
                        <a:cubicBezTo>
                          <a:pt x="4779067" y="4501076"/>
                          <a:pt x="4801892" y="4511905"/>
                          <a:pt x="4827270" y="4514850"/>
                        </a:cubicBezTo>
                        <a:cubicBezTo>
                          <a:pt x="4857853" y="4471801"/>
                          <a:pt x="4870149" y="4444761"/>
                          <a:pt x="4892040" y="4431030"/>
                        </a:cubicBezTo>
                        <a:cubicBezTo>
                          <a:pt x="4905016" y="4428292"/>
                          <a:pt x="4930168" y="4419217"/>
                          <a:pt x="4953000" y="4404360"/>
                        </a:cubicBezTo>
                        <a:cubicBezTo>
                          <a:pt x="4978522" y="4415577"/>
                          <a:pt x="4995489" y="4424002"/>
                          <a:pt x="5029200" y="4434840"/>
                        </a:cubicBezTo>
                        <a:cubicBezTo>
                          <a:pt x="5049395" y="4465137"/>
                          <a:pt x="5061202" y="4477751"/>
                          <a:pt x="5082540" y="4495800"/>
                        </a:cubicBezTo>
                        <a:cubicBezTo>
                          <a:pt x="5101294" y="4501129"/>
                          <a:pt x="5129824" y="4497896"/>
                          <a:pt x="5147310" y="4503420"/>
                        </a:cubicBezTo>
                        <a:cubicBezTo>
                          <a:pt x="5169474" y="4496089"/>
                          <a:pt x="5204011" y="4460403"/>
                          <a:pt x="5223510" y="4457700"/>
                        </a:cubicBezTo>
                        <a:cubicBezTo>
                          <a:pt x="5260637" y="4463687"/>
                          <a:pt x="5300409" y="4499849"/>
                          <a:pt x="5372100" y="4545330"/>
                        </a:cubicBezTo>
                        <a:cubicBezTo>
                          <a:pt x="5384060" y="4549630"/>
                          <a:pt x="5412946" y="4542738"/>
                          <a:pt x="5421630" y="4545330"/>
                        </a:cubicBezTo>
                        <a:cubicBezTo>
                          <a:pt x="5447921" y="4575454"/>
                          <a:pt x="5463088" y="4601930"/>
                          <a:pt x="5490210" y="4652010"/>
                        </a:cubicBezTo>
                        <a:cubicBezTo>
                          <a:pt x="5506079" y="4656893"/>
                          <a:pt x="5540728" y="4663428"/>
                          <a:pt x="5547360" y="4659630"/>
                        </a:cubicBezTo>
                        <a:cubicBezTo>
                          <a:pt x="5543336" y="4606868"/>
                          <a:pt x="5592409" y="4444471"/>
                          <a:pt x="5596890" y="4373880"/>
                        </a:cubicBezTo>
                        <a:cubicBezTo>
                          <a:pt x="5622660" y="4382107"/>
                          <a:pt x="5637329" y="4382613"/>
                          <a:pt x="5669280" y="4392930"/>
                        </a:cubicBezTo>
                        <a:cubicBezTo>
                          <a:pt x="5669013" y="4413177"/>
                          <a:pt x="5719486" y="4487485"/>
                          <a:pt x="5737860" y="4499610"/>
                        </a:cubicBezTo>
                        <a:cubicBezTo>
                          <a:pt x="5761736" y="4502332"/>
                          <a:pt x="5797619" y="4524179"/>
                          <a:pt x="5806440" y="4522470"/>
                        </a:cubicBezTo>
                        <a:cubicBezTo>
                          <a:pt x="5816664" y="4534248"/>
                          <a:pt x="5861833" y="4564771"/>
                          <a:pt x="5867400" y="4575810"/>
                        </a:cubicBezTo>
                        <a:cubicBezTo>
                          <a:pt x="5879565" y="4575482"/>
                          <a:pt x="5912453" y="4589933"/>
                          <a:pt x="5939790" y="4591050"/>
                        </a:cubicBezTo>
                        <a:cubicBezTo>
                          <a:pt x="5963643" y="4548318"/>
                          <a:pt x="6007159" y="4521440"/>
                          <a:pt x="6008370" y="4507230"/>
                        </a:cubicBezTo>
                        <a:cubicBezTo>
                          <a:pt x="6054419" y="4499838"/>
                          <a:pt x="6086833" y="4508254"/>
                          <a:pt x="6164580" y="4514850"/>
                        </a:cubicBezTo>
                        <a:cubicBezTo>
                          <a:pt x="6178661" y="4526092"/>
                          <a:pt x="6226630" y="4553890"/>
                          <a:pt x="6248400" y="4560570"/>
                        </a:cubicBezTo>
                        <a:cubicBezTo>
                          <a:pt x="6286625" y="4548396"/>
                          <a:pt x="6314821" y="4518114"/>
                          <a:pt x="6332220" y="4514850"/>
                        </a:cubicBezTo>
                        <a:cubicBezTo>
                          <a:pt x="6353629" y="4522162"/>
                          <a:pt x="6377507" y="4525570"/>
                          <a:pt x="6393180" y="4522470"/>
                        </a:cubicBezTo>
                        <a:cubicBezTo>
                          <a:pt x="6414550" y="4549677"/>
                          <a:pt x="6448530" y="4578830"/>
                          <a:pt x="6454140" y="4598670"/>
                        </a:cubicBezTo>
                        <a:cubicBezTo>
                          <a:pt x="6463958" y="4610659"/>
                          <a:pt x="6510223" y="4628637"/>
                          <a:pt x="6534150" y="4636770"/>
                        </a:cubicBezTo>
                        <a:cubicBezTo>
                          <a:pt x="6582942" y="4638672"/>
                          <a:pt x="6670170" y="4660836"/>
                          <a:pt x="6720840" y="4652010"/>
                        </a:cubicBezTo>
                        <a:cubicBezTo>
                          <a:pt x="6763715" y="4661764"/>
                          <a:pt x="6831391" y="4664186"/>
                          <a:pt x="6877050" y="4690110"/>
                        </a:cubicBezTo>
                        <a:cubicBezTo>
                          <a:pt x="6900063" y="4691191"/>
                          <a:pt x="6965822" y="4725244"/>
                          <a:pt x="6995160" y="4724400"/>
                        </a:cubicBezTo>
                        <a:cubicBezTo>
                          <a:pt x="7046787" y="4739478"/>
                          <a:pt x="7049633" y="4759338"/>
                          <a:pt x="7098030" y="4777740"/>
                        </a:cubicBezTo>
                        <a:cubicBezTo>
                          <a:pt x="7121776" y="4743253"/>
                          <a:pt x="7165958" y="4697273"/>
                          <a:pt x="7170420" y="4674870"/>
                        </a:cubicBezTo>
                        <a:cubicBezTo>
                          <a:pt x="7197654" y="4669537"/>
                          <a:pt x="7208095" y="4664138"/>
                          <a:pt x="7227570" y="4655820"/>
                        </a:cubicBezTo>
                        <a:cubicBezTo>
                          <a:pt x="7249728" y="4601941"/>
                          <a:pt x="7276890" y="4506590"/>
                          <a:pt x="7299960" y="4480560"/>
                        </a:cubicBezTo>
                        <a:cubicBezTo>
                          <a:pt x="7257801" y="3989767"/>
                          <a:pt x="7417229" y="3212837"/>
                          <a:pt x="7357110" y="2853690"/>
                        </a:cubicBezTo>
                        <a:cubicBezTo>
                          <a:pt x="7384733" y="2882154"/>
                          <a:pt x="7439716" y="3022898"/>
                          <a:pt x="7433310" y="3051810"/>
                        </a:cubicBezTo>
                        <a:cubicBezTo>
                          <a:pt x="7460372" y="3005654"/>
                          <a:pt x="7484807" y="2966472"/>
                          <a:pt x="7494270" y="2937510"/>
                        </a:cubicBezTo>
                        <a:cubicBezTo>
                          <a:pt x="7511741" y="2934099"/>
                          <a:pt x="7528046" y="2918898"/>
                          <a:pt x="7555230" y="2910840"/>
                        </a:cubicBezTo>
                        <a:cubicBezTo>
                          <a:pt x="7576032" y="2957680"/>
                          <a:pt x="7581973" y="2991747"/>
                          <a:pt x="7631430" y="3055620"/>
                        </a:cubicBezTo>
                        <a:cubicBezTo>
                          <a:pt x="7765112" y="2345332"/>
                          <a:pt x="7808200" y="1499149"/>
                          <a:pt x="7688580" y="781050"/>
                        </a:cubicBezTo>
                        <a:cubicBezTo>
                          <a:pt x="7701905" y="746227"/>
                          <a:pt x="7738989" y="705133"/>
                          <a:pt x="7753350" y="681990"/>
                        </a:cubicBezTo>
                        <a:cubicBezTo>
                          <a:pt x="7709869" y="908405"/>
                          <a:pt x="7955202" y="1631477"/>
                          <a:pt x="7943850" y="2225040"/>
                        </a:cubicBezTo>
                        <a:cubicBezTo>
                          <a:pt x="7996441" y="2431882"/>
                          <a:pt x="8042471" y="2586763"/>
                          <a:pt x="8081010" y="2632710"/>
                        </a:cubicBezTo>
                        <a:cubicBezTo>
                          <a:pt x="8084882" y="2849836"/>
                          <a:pt x="8117186" y="3683783"/>
                          <a:pt x="8138160" y="3901440"/>
                        </a:cubicBezTo>
                        <a:cubicBezTo>
                          <a:pt x="8190816" y="3793130"/>
                          <a:pt x="8202775" y="3642492"/>
                          <a:pt x="8214360" y="3589020"/>
                        </a:cubicBezTo>
                        <a:cubicBezTo>
                          <a:pt x="8260482" y="3733117"/>
                          <a:pt x="8256115" y="3879806"/>
                          <a:pt x="8271510" y="3950970"/>
                        </a:cubicBezTo>
                        <a:cubicBezTo>
                          <a:pt x="8283723" y="3875296"/>
                          <a:pt x="8321737" y="3752758"/>
                          <a:pt x="8340090" y="3733800"/>
                        </a:cubicBezTo>
                        <a:cubicBezTo>
                          <a:pt x="8376203" y="3597782"/>
                          <a:pt x="8385919" y="3474808"/>
                          <a:pt x="8408670" y="3394710"/>
                        </a:cubicBezTo>
                        <a:cubicBezTo>
                          <a:pt x="8411953" y="3485190"/>
                          <a:pt x="8419624" y="3648086"/>
                          <a:pt x="8469630" y="3760470"/>
                        </a:cubicBezTo>
                        <a:cubicBezTo>
                          <a:pt x="8473859" y="3772523"/>
                          <a:pt x="8509947" y="3806366"/>
                          <a:pt x="8534400" y="3844290"/>
                        </a:cubicBezTo>
                        <a:cubicBezTo>
                          <a:pt x="8555624" y="3948300"/>
                          <a:pt x="8550929" y="3960413"/>
                          <a:pt x="8599170" y="4053840"/>
                        </a:cubicBezTo>
                        <a:cubicBezTo>
                          <a:pt x="8633780" y="4099856"/>
                          <a:pt x="8627153" y="4116834"/>
                          <a:pt x="8660130" y="4152900"/>
                        </a:cubicBezTo>
                        <a:cubicBezTo>
                          <a:pt x="8686099" y="4131408"/>
                          <a:pt x="8692655" y="4113781"/>
                          <a:pt x="8728710" y="4091940"/>
                        </a:cubicBezTo>
                        <a:cubicBezTo>
                          <a:pt x="8752093" y="4000675"/>
                          <a:pt x="8773600" y="3985055"/>
                          <a:pt x="8793480" y="3909060"/>
                        </a:cubicBezTo>
                        <a:cubicBezTo>
                          <a:pt x="8808922" y="3956597"/>
                          <a:pt x="8846561" y="4017723"/>
                          <a:pt x="8862060" y="4038600"/>
                        </a:cubicBezTo>
                        <a:cubicBezTo>
                          <a:pt x="8865703" y="4138814"/>
                          <a:pt x="8922627" y="4404845"/>
                          <a:pt x="8919210" y="4457700"/>
                        </a:cubicBezTo>
                        <a:cubicBezTo>
                          <a:pt x="8932833" y="4369216"/>
                          <a:pt x="8974069" y="4172863"/>
                          <a:pt x="8995410" y="4122420"/>
                        </a:cubicBezTo>
                        <a:cubicBezTo>
                          <a:pt x="9035060" y="3986667"/>
                          <a:pt x="9034815" y="3785550"/>
                          <a:pt x="9052560" y="3569970"/>
                        </a:cubicBezTo>
                        <a:cubicBezTo>
                          <a:pt x="9053528" y="3598957"/>
                          <a:pt x="9103334" y="3776057"/>
                          <a:pt x="9132570" y="3832860"/>
                        </a:cubicBezTo>
                        <a:cubicBezTo>
                          <a:pt x="9157379" y="3820740"/>
                          <a:pt x="9177733" y="3813181"/>
                          <a:pt x="9185910" y="3813810"/>
                        </a:cubicBezTo>
                        <a:cubicBezTo>
                          <a:pt x="9213562" y="3776268"/>
                          <a:pt x="9234368" y="3676916"/>
                          <a:pt x="9246870" y="3642360"/>
                        </a:cubicBezTo>
                        <a:cubicBezTo>
                          <a:pt x="9282944" y="3583877"/>
                          <a:pt x="9308366" y="3242703"/>
                          <a:pt x="9323070" y="3169920"/>
                        </a:cubicBezTo>
                        <a:cubicBezTo>
                          <a:pt x="9328436" y="2916670"/>
                          <a:pt x="9352764" y="2730141"/>
                          <a:pt x="9361170" y="2644140"/>
                        </a:cubicBezTo>
                        <a:cubicBezTo>
                          <a:pt x="9362563" y="2599514"/>
                          <a:pt x="9353252" y="2451148"/>
                          <a:pt x="9384030" y="2373630"/>
                        </a:cubicBezTo>
                        <a:cubicBezTo>
                          <a:pt x="9379841" y="2325812"/>
                          <a:pt x="9452345" y="2108321"/>
                          <a:pt x="9441180" y="1916430"/>
                        </a:cubicBezTo>
                        <a:cubicBezTo>
                          <a:pt x="9461909" y="1883081"/>
                          <a:pt x="9477913" y="1778845"/>
                          <a:pt x="9517380" y="1668780"/>
                        </a:cubicBezTo>
                        <a:cubicBezTo>
                          <a:pt x="9533345" y="1380327"/>
                          <a:pt x="9596198" y="1048170"/>
                          <a:pt x="9574530" y="621030"/>
                        </a:cubicBezTo>
                        <a:cubicBezTo>
                          <a:pt x="9550354" y="1104866"/>
                          <a:pt x="9512040" y="1375493"/>
                          <a:pt x="9612630" y="1802130"/>
                        </a:cubicBezTo>
                        <a:cubicBezTo>
                          <a:pt x="9616426" y="1966384"/>
                          <a:pt x="9627354" y="2107998"/>
                          <a:pt x="9639300" y="2320290"/>
                        </a:cubicBezTo>
                        <a:cubicBezTo>
                          <a:pt x="9665697" y="2094957"/>
                          <a:pt x="9728776" y="1767438"/>
                          <a:pt x="9711690" y="1535430"/>
                        </a:cubicBezTo>
                        <a:cubicBezTo>
                          <a:pt x="9658818" y="896200"/>
                          <a:pt x="9742683" y="690983"/>
                          <a:pt x="9765030" y="182880"/>
                        </a:cubicBezTo>
                        <a:cubicBezTo>
                          <a:pt x="9780274" y="216904"/>
                          <a:pt x="9810521" y="229382"/>
                          <a:pt x="9841230" y="278130"/>
                        </a:cubicBezTo>
                        <a:cubicBezTo>
                          <a:pt x="9859948" y="318590"/>
                          <a:pt x="9877579" y="439881"/>
                          <a:pt x="9906000" y="487680"/>
                        </a:cubicBezTo>
                        <a:cubicBezTo>
                          <a:pt x="9929937" y="546515"/>
                          <a:pt x="9939669" y="880096"/>
                          <a:pt x="9963150" y="982980"/>
                        </a:cubicBezTo>
                        <a:cubicBezTo>
                          <a:pt x="9814913" y="1244688"/>
                          <a:pt x="9910567" y="2272422"/>
                          <a:pt x="10027920" y="3009900"/>
                        </a:cubicBezTo>
                        <a:cubicBezTo>
                          <a:pt x="10039478" y="3083898"/>
                          <a:pt x="10059595" y="3344904"/>
                          <a:pt x="10096500" y="3390900"/>
                        </a:cubicBezTo>
                        <a:cubicBezTo>
                          <a:pt x="10114952" y="3323037"/>
                          <a:pt x="10176612" y="3006689"/>
                          <a:pt x="10165080" y="2960370"/>
                        </a:cubicBezTo>
                        <a:cubicBezTo>
                          <a:pt x="10227262" y="2700202"/>
                          <a:pt x="10159898" y="2437401"/>
                          <a:pt x="10222230" y="2346960"/>
                        </a:cubicBezTo>
                        <a:cubicBezTo>
                          <a:pt x="10233648" y="2406216"/>
                          <a:pt x="10300383" y="2627914"/>
                          <a:pt x="10302240" y="2674620"/>
                        </a:cubicBezTo>
                        <a:cubicBezTo>
                          <a:pt x="10297804" y="2853237"/>
                          <a:pt x="10226977" y="3976269"/>
                          <a:pt x="10355580" y="4351020"/>
                        </a:cubicBezTo>
                      </a:path>
                    </a:pathLst>
                  </a:custGeom>
                  <ask:type>
                    <ask:lineSketchNone/>
                  </ask:type>
                </ask:lineSketchStyleProps>
              </a:ext>
            </a:extLst>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18" name="Straight Connector 17">
            <a:extLst>
              <a:ext uri="{FF2B5EF4-FFF2-40B4-BE49-F238E27FC236}">
                <a16:creationId xmlns:a16="http://schemas.microsoft.com/office/drawing/2014/main" id="{D99474F0-9DD8-D893-3E3D-C17A7BE020F8}"/>
              </a:ext>
            </a:extLst>
          </p:cNvPr>
          <p:cNvCxnSpPr>
            <a:cxnSpLocks/>
          </p:cNvCxnSpPr>
          <p:nvPr/>
        </p:nvCxnSpPr>
        <p:spPr>
          <a:xfrm>
            <a:off x="788697" y="7118686"/>
            <a:ext cx="91440" cy="0"/>
          </a:xfrm>
          <a:prstGeom prst="line">
            <a:avLst/>
          </a:prstGeom>
          <a:noFill/>
          <a:ln w="22225" cap="rnd">
            <a:solidFill>
              <a:schemeClr val="bg1">
                <a:lumMod val="95000"/>
              </a:schemeClr>
            </a:solidFill>
            <a:round/>
            <a:extLst>
              <a:ext uri="{C807C97D-BFC1-408E-A445-0C87EB9F89A2}">
                <ask:lineSketchStyleProps xmlns:ask="http://schemas.microsoft.com/office/drawing/2018/sketchyshapes" sd="1219033472">
                  <a:custGeom>
                    <a:avLst/>
                    <a:gdLst>
                      <a:gd name="connsiteX0" fmla="*/ 0 w 10355580"/>
                      <a:gd name="connsiteY0" fmla="*/ 4701540 h 4804410"/>
                      <a:gd name="connsiteX1" fmla="*/ 87630 w 10355580"/>
                      <a:gd name="connsiteY1" fmla="*/ 4168140 h 4804410"/>
                      <a:gd name="connsiteX2" fmla="*/ 140970 w 10355580"/>
                      <a:gd name="connsiteY2" fmla="*/ 2670810 h 4804410"/>
                      <a:gd name="connsiteX3" fmla="*/ 175260 w 10355580"/>
                      <a:gd name="connsiteY3" fmla="*/ 1489710 h 4804410"/>
                      <a:gd name="connsiteX4" fmla="*/ 182880 w 10355580"/>
                      <a:gd name="connsiteY4" fmla="*/ 769620 h 4804410"/>
                      <a:gd name="connsiteX5" fmla="*/ 209550 w 10355580"/>
                      <a:gd name="connsiteY5" fmla="*/ 0 h 4804410"/>
                      <a:gd name="connsiteX6" fmla="*/ 274320 w 10355580"/>
                      <a:gd name="connsiteY6" fmla="*/ 815340 h 4804410"/>
                      <a:gd name="connsiteX7" fmla="*/ 335280 w 10355580"/>
                      <a:gd name="connsiteY7" fmla="*/ 2682240 h 4804410"/>
                      <a:gd name="connsiteX8" fmla="*/ 396240 w 10355580"/>
                      <a:gd name="connsiteY8" fmla="*/ 3505200 h 4804410"/>
                      <a:gd name="connsiteX9" fmla="*/ 472440 w 10355580"/>
                      <a:gd name="connsiteY9" fmla="*/ 2465070 h 4804410"/>
                      <a:gd name="connsiteX10" fmla="*/ 529590 w 10355580"/>
                      <a:gd name="connsiteY10" fmla="*/ 2465070 h 4804410"/>
                      <a:gd name="connsiteX11" fmla="*/ 598170 w 10355580"/>
                      <a:gd name="connsiteY11" fmla="*/ 2125980 h 4804410"/>
                      <a:gd name="connsiteX12" fmla="*/ 666750 w 10355580"/>
                      <a:gd name="connsiteY12" fmla="*/ 1554480 h 4804410"/>
                      <a:gd name="connsiteX13" fmla="*/ 731520 w 10355580"/>
                      <a:gd name="connsiteY13" fmla="*/ 2145030 h 4804410"/>
                      <a:gd name="connsiteX14" fmla="*/ 788670 w 10355580"/>
                      <a:gd name="connsiteY14" fmla="*/ 3684270 h 4804410"/>
                      <a:gd name="connsiteX15" fmla="*/ 864870 w 10355580"/>
                      <a:gd name="connsiteY15" fmla="*/ 4171950 h 4804410"/>
                      <a:gd name="connsiteX16" fmla="*/ 918210 w 10355580"/>
                      <a:gd name="connsiteY16" fmla="*/ 3992880 h 4804410"/>
                      <a:gd name="connsiteX17" fmla="*/ 986790 w 10355580"/>
                      <a:gd name="connsiteY17" fmla="*/ 2804160 h 4804410"/>
                      <a:gd name="connsiteX18" fmla="*/ 1059180 w 10355580"/>
                      <a:gd name="connsiteY18" fmla="*/ 2933700 h 4804410"/>
                      <a:gd name="connsiteX19" fmla="*/ 1120140 w 10355580"/>
                      <a:gd name="connsiteY19" fmla="*/ 4011930 h 4804410"/>
                      <a:gd name="connsiteX20" fmla="*/ 1184910 w 10355580"/>
                      <a:gd name="connsiteY20" fmla="*/ 4293870 h 4804410"/>
                      <a:gd name="connsiteX21" fmla="*/ 1261110 w 10355580"/>
                      <a:gd name="connsiteY21" fmla="*/ 4251960 h 4804410"/>
                      <a:gd name="connsiteX22" fmla="*/ 1371600 w 10355580"/>
                      <a:gd name="connsiteY22" fmla="*/ 4423410 h 4804410"/>
                      <a:gd name="connsiteX23" fmla="*/ 1443990 w 10355580"/>
                      <a:gd name="connsiteY23" fmla="*/ 4160520 h 4804410"/>
                      <a:gd name="connsiteX24" fmla="*/ 1516380 w 10355580"/>
                      <a:gd name="connsiteY24" fmla="*/ 4290060 h 4804410"/>
                      <a:gd name="connsiteX25" fmla="*/ 1573530 w 10355580"/>
                      <a:gd name="connsiteY25" fmla="*/ 4240530 h 4804410"/>
                      <a:gd name="connsiteX26" fmla="*/ 1642110 w 10355580"/>
                      <a:gd name="connsiteY26" fmla="*/ 4450080 h 4804410"/>
                      <a:gd name="connsiteX27" fmla="*/ 1703070 w 10355580"/>
                      <a:gd name="connsiteY27" fmla="*/ 4472940 h 4804410"/>
                      <a:gd name="connsiteX28" fmla="*/ 1764030 w 10355580"/>
                      <a:gd name="connsiteY28" fmla="*/ 4236720 h 4804410"/>
                      <a:gd name="connsiteX29" fmla="*/ 1828800 w 10355580"/>
                      <a:gd name="connsiteY29" fmla="*/ 4194810 h 4804410"/>
                      <a:gd name="connsiteX30" fmla="*/ 1897380 w 10355580"/>
                      <a:gd name="connsiteY30" fmla="*/ 4248150 h 4804410"/>
                      <a:gd name="connsiteX31" fmla="*/ 1958340 w 10355580"/>
                      <a:gd name="connsiteY31" fmla="*/ 4503420 h 4804410"/>
                      <a:gd name="connsiteX32" fmla="*/ 2026920 w 10355580"/>
                      <a:gd name="connsiteY32" fmla="*/ 4610100 h 4804410"/>
                      <a:gd name="connsiteX33" fmla="*/ 2080260 w 10355580"/>
                      <a:gd name="connsiteY33" fmla="*/ 4530090 h 4804410"/>
                      <a:gd name="connsiteX34" fmla="*/ 2152650 w 10355580"/>
                      <a:gd name="connsiteY34" fmla="*/ 4240530 h 4804410"/>
                      <a:gd name="connsiteX35" fmla="*/ 2225040 w 10355580"/>
                      <a:gd name="connsiteY35" fmla="*/ 3577590 h 4804410"/>
                      <a:gd name="connsiteX36" fmla="*/ 2289810 w 10355580"/>
                      <a:gd name="connsiteY36" fmla="*/ 3806190 h 4804410"/>
                      <a:gd name="connsiteX37" fmla="*/ 2350770 w 10355580"/>
                      <a:gd name="connsiteY37" fmla="*/ 4263390 h 4804410"/>
                      <a:gd name="connsiteX38" fmla="*/ 2430780 w 10355580"/>
                      <a:gd name="connsiteY38" fmla="*/ 4122420 h 4804410"/>
                      <a:gd name="connsiteX39" fmla="*/ 2484120 w 10355580"/>
                      <a:gd name="connsiteY39" fmla="*/ 3676650 h 4804410"/>
                      <a:gd name="connsiteX40" fmla="*/ 2560320 w 10355580"/>
                      <a:gd name="connsiteY40" fmla="*/ 3798570 h 4804410"/>
                      <a:gd name="connsiteX41" fmla="*/ 2625090 w 10355580"/>
                      <a:gd name="connsiteY41" fmla="*/ 4107180 h 4804410"/>
                      <a:gd name="connsiteX42" fmla="*/ 2682240 w 10355580"/>
                      <a:gd name="connsiteY42" fmla="*/ 4293870 h 4804410"/>
                      <a:gd name="connsiteX43" fmla="*/ 2750820 w 10355580"/>
                      <a:gd name="connsiteY43" fmla="*/ 4187190 h 4804410"/>
                      <a:gd name="connsiteX44" fmla="*/ 2819400 w 10355580"/>
                      <a:gd name="connsiteY44" fmla="*/ 4282440 h 4804410"/>
                      <a:gd name="connsiteX45" fmla="*/ 2872740 w 10355580"/>
                      <a:gd name="connsiteY45" fmla="*/ 4541520 h 4804410"/>
                      <a:gd name="connsiteX46" fmla="*/ 2945130 w 10355580"/>
                      <a:gd name="connsiteY46" fmla="*/ 4419600 h 4804410"/>
                      <a:gd name="connsiteX47" fmla="*/ 3013710 w 10355580"/>
                      <a:gd name="connsiteY47" fmla="*/ 4461510 h 4804410"/>
                      <a:gd name="connsiteX48" fmla="*/ 3070860 w 10355580"/>
                      <a:gd name="connsiteY48" fmla="*/ 4423410 h 4804410"/>
                      <a:gd name="connsiteX49" fmla="*/ 3150870 w 10355580"/>
                      <a:gd name="connsiteY49" fmla="*/ 4450080 h 4804410"/>
                      <a:gd name="connsiteX50" fmla="*/ 3211830 w 10355580"/>
                      <a:gd name="connsiteY50" fmla="*/ 4587240 h 4804410"/>
                      <a:gd name="connsiteX51" fmla="*/ 3276600 w 10355580"/>
                      <a:gd name="connsiteY51" fmla="*/ 4575810 h 4804410"/>
                      <a:gd name="connsiteX52" fmla="*/ 3337560 w 10355580"/>
                      <a:gd name="connsiteY52" fmla="*/ 4465320 h 4804410"/>
                      <a:gd name="connsiteX53" fmla="*/ 3394710 w 10355580"/>
                      <a:gd name="connsiteY53" fmla="*/ 4271010 h 4804410"/>
                      <a:gd name="connsiteX54" fmla="*/ 3535680 w 10355580"/>
                      <a:gd name="connsiteY54" fmla="*/ 4621530 h 4804410"/>
                      <a:gd name="connsiteX55" fmla="*/ 3596640 w 10355580"/>
                      <a:gd name="connsiteY55" fmla="*/ 4221480 h 4804410"/>
                      <a:gd name="connsiteX56" fmla="*/ 3657600 w 10355580"/>
                      <a:gd name="connsiteY56" fmla="*/ 3981450 h 4804410"/>
                      <a:gd name="connsiteX57" fmla="*/ 3729990 w 10355580"/>
                      <a:gd name="connsiteY57" fmla="*/ 3920490 h 4804410"/>
                      <a:gd name="connsiteX58" fmla="*/ 3798570 w 10355580"/>
                      <a:gd name="connsiteY58" fmla="*/ 4061460 h 4804410"/>
                      <a:gd name="connsiteX59" fmla="*/ 3851910 w 10355580"/>
                      <a:gd name="connsiteY59" fmla="*/ 3672840 h 4804410"/>
                      <a:gd name="connsiteX60" fmla="*/ 3928110 w 10355580"/>
                      <a:gd name="connsiteY60" fmla="*/ 4263390 h 4804410"/>
                      <a:gd name="connsiteX61" fmla="*/ 3977640 w 10355580"/>
                      <a:gd name="connsiteY61" fmla="*/ 4271010 h 4804410"/>
                      <a:gd name="connsiteX62" fmla="*/ 4046220 w 10355580"/>
                      <a:gd name="connsiteY62" fmla="*/ 4434840 h 4804410"/>
                      <a:gd name="connsiteX63" fmla="*/ 4107180 w 10355580"/>
                      <a:gd name="connsiteY63" fmla="*/ 4404360 h 4804410"/>
                      <a:gd name="connsiteX64" fmla="*/ 4171950 w 10355580"/>
                      <a:gd name="connsiteY64" fmla="*/ 4274820 h 4804410"/>
                      <a:gd name="connsiteX65" fmla="*/ 4240530 w 10355580"/>
                      <a:gd name="connsiteY65" fmla="*/ 4164330 h 4804410"/>
                      <a:gd name="connsiteX66" fmla="*/ 4312920 w 10355580"/>
                      <a:gd name="connsiteY66" fmla="*/ 4499610 h 4804410"/>
                      <a:gd name="connsiteX67" fmla="*/ 4381500 w 10355580"/>
                      <a:gd name="connsiteY67" fmla="*/ 4549140 h 4804410"/>
                      <a:gd name="connsiteX68" fmla="*/ 4438650 w 10355580"/>
                      <a:gd name="connsiteY68" fmla="*/ 4495800 h 4804410"/>
                      <a:gd name="connsiteX69" fmla="*/ 4507230 w 10355580"/>
                      <a:gd name="connsiteY69" fmla="*/ 4511040 h 4804410"/>
                      <a:gd name="connsiteX70" fmla="*/ 4568190 w 10355580"/>
                      <a:gd name="connsiteY70" fmla="*/ 4804410 h 4804410"/>
                      <a:gd name="connsiteX71" fmla="*/ 4629150 w 10355580"/>
                      <a:gd name="connsiteY71" fmla="*/ 4602480 h 4804410"/>
                      <a:gd name="connsiteX72" fmla="*/ 4701540 w 10355580"/>
                      <a:gd name="connsiteY72" fmla="*/ 4709160 h 4804410"/>
                      <a:gd name="connsiteX73" fmla="*/ 4762500 w 10355580"/>
                      <a:gd name="connsiteY73" fmla="*/ 4491990 h 4804410"/>
                      <a:gd name="connsiteX74" fmla="*/ 4827270 w 10355580"/>
                      <a:gd name="connsiteY74" fmla="*/ 4514850 h 4804410"/>
                      <a:gd name="connsiteX75" fmla="*/ 4892040 w 10355580"/>
                      <a:gd name="connsiteY75" fmla="*/ 4431030 h 4804410"/>
                      <a:gd name="connsiteX76" fmla="*/ 4953000 w 10355580"/>
                      <a:gd name="connsiteY76" fmla="*/ 4404360 h 4804410"/>
                      <a:gd name="connsiteX77" fmla="*/ 5029200 w 10355580"/>
                      <a:gd name="connsiteY77" fmla="*/ 4434840 h 4804410"/>
                      <a:gd name="connsiteX78" fmla="*/ 5082540 w 10355580"/>
                      <a:gd name="connsiteY78" fmla="*/ 4495800 h 4804410"/>
                      <a:gd name="connsiteX79" fmla="*/ 5147310 w 10355580"/>
                      <a:gd name="connsiteY79" fmla="*/ 4503420 h 4804410"/>
                      <a:gd name="connsiteX80" fmla="*/ 5223510 w 10355580"/>
                      <a:gd name="connsiteY80" fmla="*/ 4457700 h 4804410"/>
                      <a:gd name="connsiteX81" fmla="*/ 5372100 w 10355580"/>
                      <a:gd name="connsiteY81" fmla="*/ 4545330 h 4804410"/>
                      <a:gd name="connsiteX82" fmla="*/ 5421630 w 10355580"/>
                      <a:gd name="connsiteY82" fmla="*/ 4545330 h 4804410"/>
                      <a:gd name="connsiteX83" fmla="*/ 5490210 w 10355580"/>
                      <a:gd name="connsiteY83" fmla="*/ 4652010 h 4804410"/>
                      <a:gd name="connsiteX84" fmla="*/ 5547360 w 10355580"/>
                      <a:gd name="connsiteY84" fmla="*/ 4659630 h 4804410"/>
                      <a:gd name="connsiteX85" fmla="*/ 5596890 w 10355580"/>
                      <a:gd name="connsiteY85" fmla="*/ 4373880 h 4804410"/>
                      <a:gd name="connsiteX86" fmla="*/ 5669280 w 10355580"/>
                      <a:gd name="connsiteY86" fmla="*/ 4392930 h 4804410"/>
                      <a:gd name="connsiteX87" fmla="*/ 5737860 w 10355580"/>
                      <a:gd name="connsiteY87" fmla="*/ 4499610 h 4804410"/>
                      <a:gd name="connsiteX88" fmla="*/ 5806440 w 10355580"/>
                      <a:gd name="connsiteY88" fmla="*/ 4522470 h 4804410"/>
                      <a:gd name="connsiteX89" fmla="*/ 5867400 w 10355580"/>
                      <a:gd name="connsiteY89" fmla="*/ 4575810 h 4804410"/>
                      <a:gd name="connsiteX90" fmla="*/ 5939790 w 10355580"/>
                      <a:gd name="connsiteY90" fmla="*/ 4591050 h 4804410"/>
                      <a:gd name="connsiteX91" fmla="*/ 6008370 w 10355580"/>
                      <a:gd name="connsiteY91" fmla="*/ 4507230 h 4804410"/>
                      <a:gd name="connsiteX92" fmla="*/ 6164580 w 10355580"/>
                      <a:gd name="connsiteY92" fmla="*/ 4514850 h 4804410"/>
                      <a:gd name="connsiteX93" fmla="*/ 6248400 w 10355580"/>
                      <a:gd name="connsiteY93" fmla="*/ 4560570 h 4804410"/>
                      <a:gd name="connsiteX94" fmla="*/ 6332220 w 10355580"/>
                      <a:gd name="connsiteY94" fmla="*/ 4514850 h 4804410"/>
                      <a:gd name="connsiteX95" fmla="*/ 6393180 w 10355580"/>
                      <a:gd name="connsiteY95" fmla="*/ 4522470 h 4804410"/>
                      <a:gd name="connsiteX96" fmla="*/ 6454140 w 10355580"/>
                      <a:gd name="connsiteY96" fmla="*/ 4598670 h 4804410"/>
                      <a:gd name="connsiteX97" fmla="*/ 6534150 w 10355580"/>
                      <a:gd name="connsiteY97" fmla="*/ 4636770 h 4804410"/>
                      <a:gd name="connsiteX98" fmla="*/ 6720840 w 10355580"/>
                      <a:gd name="connsiteY98" fmla="*/ 4652010 h 4804410"/>
                      <a:gd name="connsiteX99" fmla="*/ 6877050 w 10355580"/>
                      <a:gd name="connsiteY99" fmla="*/ 4690110 h 4804410"/>
                      <a:gd name="connsiteX100" fmla="*/ 6995160 w 10355580"/>
                      <a:gd name="connsiteY100" fmla="*/ 4724400 h 4804410"/>
                      <a:gd name="connsiteX101" fmla="*/ 7098030 w 10355580"/>
                      <a:gd name="connsiteY101" fmla="*/ 4777740 h 4804410"/>
                      <a:gd name="connsiteX102" fmla="*/ 7170420 w 10355580"/>
                      <a:gd name="connsiteY102" fmla="*/ 4674870 h 4804410"/>
                      <a:gd name="connsiteX103" fmla="*/ 7227570 w 10355580"/>
                      <a:gd name="connsiteY103" fmla="*/ 4655820 h 4804410"/>
                      <a:gd name="connsiteX104" fmla="*/ 7299960 w 10355580"/>
                      <a:gd name="connsiteY104" fmla="*/ 4480560 h 4804410"/>
                      <a:gd name="connsiteX105" fmla="*/ 7357110 w 10355580"/>
                      <a:gd name="connsiteY105" fmla="*/ 2853690 h 4804410"/>
                      <a:gd name="connsiteX106" fmla="*/ 7433310 w 10355580"/>
                      <a:gd name="connsiteY106" fmla="*/ 3051810 h 4804410"/>
                      <a:gd name="connsiteX107" fmla="*/ 7494270 w 10355580"/>
                      <a:gd name="connsiteY107" fmla="*/ 2937510 h 4804410"/>
                      <a:gd name="connsiteX108" fmla="*/ 7555230 w 10355580"/>
                      <a:gd name="connsiteY108" fmla="*/ 2910840 h 4804410"/>
                      <a:gd name="connsiteX109" fmla="*/ 7631430 w 10355580"/>
                      <a:gd name="connsiteY109" fmla="*/ 3055620 h 4804410"/>
                      <a:gd name="connsiteX110" fmla="*/ 7688580 w 10355580"/>
                      <a:gd name="connsiteY110" fmla="*/ 781050 h 4804410"/>
                      <a:gd name="connsiteX111" fmla="*/ 7753350 w 10355580"/>
                      <a:gd name="connsiteY111" fmla="*/ 681990 h 4804410"/>
                      <a:gd name="connsiteX112" fmla="*/ 7943850 w 10355580"/>
                      <a:gd name="connsiteY112" fmla="*/ 2225040 h 4804410"/>
                      <a:gd name="connsiteX113" fmla="*/ 8081010 w 10355580"/>
                      <a:gd name="connsiteY113" fmla="*/ 2632710 h 4804410"/>
                      <a:gd name="connsiteX114" fmla="*/ 8138160 w 10355580"/>
                      <a:gd name="connsiteY114" fmla="*/ 3901440 h 4804410"/>
                      <a:gd name="connsiteX115" fmla="*/ 8214360 w 10355580"/>
                      <a:gd name="connsiteY115" fmla="*/ 3589020 h 4804410"/>
                      <a:gd name="connsiteX116" fmla="*/ 8271510 w 10355580"/>
                      <a:gd name="connsiteY116" fmla="*/ 3950970 h 4804410"/>
                      <a:gd name="connsiteX117" fmla="*/ 8340090 w 10355580"/>
                      <a:gd name="connsiteY117" fmla="*/ 3733800 h 4804410"/>
                      <a:gd name="connsiteX118" fmla="*/ 8408670 w 10355580"/>
                      <a:gd name="connsiteY118" fmla="*/ 3394710 h 4804410"/>
                      <a:gd name="connsiteX119" fmla="*/ 8469630 w 10355580"/>
                      <a:gd name="connsiteY119" fmla="*/ 3760470 h 4804410"/>
                      <a:gd name="connsiteX120" fmla="*/ 8534400 w 10355580"/>
                      <a:gd name="connsiteY120" fmla="*/ 3844290 h 4804410"/>
                      <a:gd name="connsiteX121" fmla="*/ 8599170 w 10355580"/>
                      <a:gd name="connsiteY121" fmla="*/ 4053840 h 4804410"/>
                      <a:gd name="connsiteX122" fmla="*/ 8660130 w 10355580"/>
                      <a:gd name="connsiteY122" fmla="*/ 4152900 h 4804410"/>
                      <a:gd name="connsiteX123" fmla="*/ 8728710 w 10355580"/>
                      <a:gd name="connsiteY123" fmla="*/ 4091940 h 4804410"/>
                      <a:gd name="connsiteX124" fmla="*/ 8793480 w 10355580"/>
                      <a:gd name="connsiteY124" fmla="*/ 3909060 h 4804410"/>
                      <a:gd name="connsiteX125" fmla="*/ 8862060 w 10355580"/>
                      <a:gd name="connsiteY125" fmla="*/ 4038600 h 4804410"/>
                      <a:gd name="connsiteX126" fmla="*/ 8919210 w 10355580"/>
                      <a:gd name="connsiteY126" fmla="*/ 4457700 h 4804410"/>
                      <a:gd name="connsiteX127" fmla="*/ 8995410 w 10355580"/>
                      <a:gd name="connsiteY127" fmla="*/ 4122420 h 4804410"/>
                      <a:gd name="connsiteX128" fmla="*/ 9052560 w 10355580"/>
                      <a:gd name="connsiteY128" fmla="*/ 3569970 h 4804410"/>
                      <a:gd name="connsiteX129" fmla="*/ 9132570 w 10355580"/>
                      <a:gd name="connsiteY129" fmla="*/ 3832860 h 4804410"/>
                      <a:gd name="connsiteX130" fmla="*/ 9185910 w 10355580"/>
                      <a:gd name="connsiteY130" fmla="*/ 3813810 h 4804410"/>
                      <a:gd name="connsiteX131" fmla="*/ 9246870 w 10355580"/>
                      <a:gd name="connsiteY131" fmla="*/ 3642360 h 4804410"/>
                      <a:gd name="connsiteX132" fmla="*/ 9323070 w 10355580"/>
                      <a:gd name="connsiteY132" fmla="*/ 3169920 h 4804410"/>
                      <a:gd name="connsiteX133" fmla="*/ 9361170 w 10355580"/>
                      <a:gd name="connsiteY133" fmla="*/ 2644140 h 4804410"/>
                      <a:gd name="connsiteX134" fmla="*/ 9384030 w 10355580"/>
                      <a:gd name="connsiteY134" fmla="*/ 2373630 h 4804410"/>
                      <a:gd name="connsiteX135" fmla="*/ 9441180 w 10355580"/>
                      <a:gd name="connsiteY135" fmla="*/ 1916430 h 4804410"/>
                      <a:gd name="connsiteX136" fmla="*/ 9517380 w 10355580"/>
                      <a:gd name="connsiteY136" fmla="*/ 1668780 h 4804410"/>
                      <a:gd name="connsiteX137" fmla="*/ 9574530 w 10355580"/>
                      <a:gd name="connsiteY137" fmla="*/ 621030 h 4804410"/>
                      <a:gd name="connsiteX138" fmla="*/ 9612630 w 10355580"/>
                      <a:gd name="connsiteY138" fmla="*/ 1802130 h 4804410"/>
                      <a:gd name="connsiteX139" fmla="*/ 9639300 w 10355580"/>
                      <a:gd name="connsiteY139" fmla="*/ 2320290 h 4804410"/>
                      <a:gd name="connsiteX140" fmla="*/ 9711690 w 10355580"/>
                      <a:gd name="connsiteY140" fmla="*/ 1535430 h 4804410"/>
                      <a:gd name="connsiteX141" fmla="*/ 9765030 w 10355580"/>
                      <a:gd name="connsiteY141" fmla="*/ 182880 h 4804410"/>
                      <a:gd name="connsiteX142" fmla="*/ 9841230 w 10355580"/>
                      <a:gd name="connsiteY142" fmla="*/ 278130 h 4804410"/>
                      <a:gd name="connsiteX143" fmla="*/ 9906000 w 10355580"/>
                      <a:gd name="connsiteY143" fmla="*/ 487680 h 4804410"/>
                      <a:gd name="connsiteX144" fmla="*/ 9963150 w 10355580"/>
                      <a:gd name="connsiteY144" fmla="*/ 982980 h 4804410"/>
                      <a:gd name="connsiteX145" fmla="*/ 10027920 w 10355580"/>
                      <a:gd name="connsiteY145" fmla="*/ 3009900 h 4804410"/>
                      <a:gd name="connsiteX146" fmla="*/ 10096500 w 10355580"/>
                      <a:gd name="connsiteY146" fmla="*/ 3390900 h 4804410"/>
                      <a:gd name="connsiteX147" fmla="*/ 10165080 w 10355580"/>
                      <a:gd name="connsiteY147" fmla="*/ 2960370 h 4804410"/>
                      <a:gd name="connsiteX148" fmla="*/ 10222230 w 10355580"/>
                      <a:gd name="connsiteY148" fmla="*/ 2346960 h 4804410"/>
                      <a:gd name="connsiteX149" fmla="*/ 10302240 w 10355580"/>
                      <a:gd name="connsiteY149" fmla="*/ 2674620 h 4804410"/>
                      <a:gd name="connsiteX150" fmla="*/ 10355580 w 10355580"/>
                      <a:gd name="connsiteY150" fmla="*/ 4351020 h 4804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10355580" h="4804410" extrusionOk="0">
                        <a:moveTo>
                          <a:pt x="0" y="4701540"/>
                        </a:moveTo>
                        <a:cubicBezTo>
                          <a:pt x="72710" y="4470740"/>
                          <a:pt x="84763" y="4306710"/>
                          <a:pt x="87630" y="4168140"/>
                        </a:cubicBezTo>
                        <a:cubicBezTo>
                          <a:pt x="224309" y="3492379"/>
                          <a:pt x="149831" y="2887800"/>
                          <a:pt x="140970" y="2670810"/>
                        </a:cubicBezTo>
                        <a:cubicBezTo>
                          <a:pt x="45372" y="2399207"/>
                          <a:pt x="240849" y="1622968"/>
                          <a:pt x="175260" y="1489710"/>
                        </a:cubicBezTo>
                        <a:cubicBezTo>
                          <a:pt x="172177" y="1391440"/>
                          <a:pt x="189491" y="1041854"/>
                          <a:pt x="182880" y="769620"/>
                        </a:cubicBezTo>
                        <a:cubicBezTo>
                          <a:pt x="162415" y="489404"/>
                          <a:pt x="141753" y="289912"/>
                          <a:pt x="209550" y="0"/>
                        </a:cubicBezTo>
                        <a:cubicBezTo>
                          <a:pt x="183975" y="155180"/>
                          <a:pt x="261081" y="687127"/>
                          <a:pt x="274320" y="815340"/>
                        </a:cubicBezTo>
                        <a:cubicBezTo>
                          <a:pt x="167786" y="1407403"/>
                          <a:pt x="241497" y="2276505"/>
                          <a:pt x="335280" y="2682240"/>
                        </a:cubicBezTo>
                        <a:cubicBezTo>
                          <a:pt x="393444" y="2842448"/>
                          <a:pt x="392162" y="3411290"/>
                          <a:pt x="396240" y="3505200"/>
                        </a:cubicBezTo>
                        <a:cubicBezTo>
                          <a:pt x="422451" y="3232667"/>
                          <a:pt x="350959" y="2925849"/>
                          <a:pt x="472440" y="2465070"/>
                        </a:cubicBezTo>
                        <a:cubicBezTo>
                          <a:pt x="493512" y="2464716"/>
                          <a:pt x="516316" y="2469445"/>
                          <a:pt x="529590" y="2465070"/>
                        </a:cubicBezTo>
                        <a:cubicBezTo>
                          <a:pt x="555403" y="2315565"/>
                          <a:pt x="564672" y="2174887"/>
                          <a:pt x="598170" y="2125980"/>
                        </a:cubicBezTo>
                        <a:cubicBezTo>
                          <a:pt x="560154" y="2051161"/>
                          <a:pt x="691920" y="1726317"/>
                          <a:pt x="666750" y="1554480"/>
                        </a:cubicBezTo>
                        <a:cubicBezTo>
                          <a:pt x="670870" y="1734380"/>
                          <a:pt x="740439" y="1963200"/>
                          <a:pt x="731520" y="2145030"/>
                        </a:cubicBezTo>
                        <a:cubicBezTo>
                          <a:pt x="696536" y="2563820"/>
                          <a:pt x="644386" y="3306441"/>
                          <a:pt x="788670" y="3684270"/>
                        </a:cubicBezTo>
                        <a:cubicBezTo>
                          <a:pt x="785440" y="3907398"/>
                          <a:pt x="842206" y="4039228"/>
                          <a:pt x="864870" y="4171950"/>
                        </a:cubicBezTo>
                        <a:cubicBezTo>
                          <a:pt x="874903" y="4144672"/>
                          <a:pt x="884773" y="4050219"/>
                          <a:pt x="918210" y="3992880"/>
                        </a:cubicBezTo>
                        <a:cubicBezTo>
                          <a:pt x="889615" y="3557325"/>
                          <a:pt x="1072847" y="3103094"/>
                          <a:pt x="986790" y="2804160"/>
                        </a:cubicBezTo>
                        <a:cubicBezTo>
                          <a:pt x="1000741" y="2816569"/>
                          <a:pt x="1035253" y="2911533"/>
                          <a:pt x="1059180" y="2933700"/>
                        </a:cubicBezTo>
                        <a:cubicBezTo>
                          <a:pt x="1133848" y="3453163"/>
                          <a:pt x="1043069" y="3475831"/>
                          <a:pt x="1120140" y="4011930"/>
                        </a:cubicBezTo>
                        <a:cubicBezTo>
                          <a:pt x="1163549" y="4097098"/>
                          <a:pt x="1166883" y="4224060"/>
                          <a:pt x="1184910" y="4293870"/>
                        </a:cubicBezTo>
                        <a:cubicBezTo>
                          <a:pt x="1216256" y="4274371"/>
                          <a:pt x="1234418" y="4265173"/>
                          <a:pt x="1261110" y="4251960"/>
                        </a:cubicBezTo>
                        <a:cubicBezTo>
                          <a:pt x="1281426" y="4314978"/>
                          <a:pt x="1313556" y="4344010"/>
                          <a:pt x="1371600" y="4423410"/>
                        </a:cubicBezTo>
                        <a:cubicBezTo>
                          <a:pt x="1383217" y="4331023"/>
                          <a:pt x="1387625" y="4285688"/>
                          <a:pt x="1443990" y="4160520"/>
                        </a:cubicBezTo>
                        <a:cubicBezTo>
                          <a:pt x="1464092" y="4212547"/>
                          <a:pt x="1511605" y="4265470"/>
                          <a:pt x="1516380" y="4290060"/>
                        </a:cubicBezTo>
                        <a:cubicBezTo>
                          <a:pt x="1529946" y="4275766"/>
                          <a:pt x="1551168" y="4255387"/>
                          <a:pt x="1573530" y="4240530"/>
                        </a:cubicBezTo>
                        <a:cubicBezTo>
                          <a:pt x="1601208" y="4261950"/>
                          <a:pt x="1631913" y="4364636"/>
                          <a:pt x="1642110" y="4450080"/>
                        </a:cubicBezTo>
                        <a:cubicBezTo>
                          <a:pt x="1662552" y="4460971"/>
                          <a:pt x="1691998" y="4470499"/>
                          <a:pt x="1703070" y="4472940"/>
                        </a:cubicBezTo>
                        <a:cubicBezTo>
                          <a:pt x="1744954" y="4380434"/>
                          <a:pt x="1766452" y="4283867"/>
                          <a:pt x="1764030" y="4236720"/>
                        </a:cubicBezTo>
                        <a:cubicBezTo>
                          <a:pt x="1775966" y="4224825"/>
                          <a:pt x="1819646" y="4196362"/>
                          <a:pt x="1828800" y="4194810"/>
                        </a:cubicBezTo>
                        <a:cubicBezTo>
                          <a:pt x="1845639" y="4201558"/>
                          <a:pt x="1873910" y="4235971"/>
                          <a:pt x="1897380" y="4248150"/>
                        </a:cubicBezTo>
                        <a:cubicBezTo>
                          <a:pt x="1910351" y="4354774"/>
                          <a:pt x="1946960" y="4377466"/>
                          <a:pt x="1958340" y="4503420"/>
                        </a:cubicBezTo>
                        <a:cubicBezTo>
                          <a:pt x="1969112" y="4518297"/>
                          <a:pt x="2007671" y="4594228"/>
                          <a:pt x="2026920" y="4610100"/>
                        </a:cubicBezTo>
                        <a:cubicBezTo>
                          <a:pt x="2029908" y="4591312"/>
                          <a:pt x="2055348" y="4559543"/>
                          <a:pt x="2080260" y="4530090"/>
                        </a:cubicBezTo>
                        <a:cubicBezTo>
                          <a:pt x="2116136" y="4491961"/>
                          <a:pt x="2148814" y="4289975"/>
                          <a:pt x="2152650" y="4240530"/>
                        </a:cubicBezTo>
                        <a:cubicBezTo>
                          <a:pt x="2115212" y="4115312"/>
                          <a:pt x="2169852" y="3896979"/>
                          <a:pt x="2225040" y="3577590"/>
                        </a:cubicBezTo>
                        <a:cubicBezTo>
                          <a:pt x="2273154" y="3681447"/>
                          <a:pt x="2274668" y="3735606"/>
                          <a:pt x="2289810" y="3806190"/>
                        </a:cubicBezTo>
                        <a:cubicBezTo>
                          <a:pt x="2351175" y="3994473"/>
                          <a:pt x="2338281" y="4202433"/>
                          <a:pt x="2350770" y="4263390"/>
                        </a:cubicBezTo>
                        <a:cubicBezTo>
                          <a:pt x="2387684" y="4215539"/>
                          <a:pt x="2428585" y="4139828"/>
                          <a:pt x="2430780" y="4122420"/>
                        </a:cubicBezTo>
                        <a:cubicBezTo>
                          <a:pt x="2446801" y="3911704"/>
                          <a:pt x="2501481" y="3758186"/>
                          <a:pt x="2484120" y="3676650"/>
                        </a:cubicBezTo>
                        <a:cubicBezTo>
                          <a:pt x="2514091" y="3741729"/>
                          <a:pt x="2547863" y="3765693"/>
                          <a:pt x="2560320" y="3798570"/>
                        </a:cubicBezTo>
                        <a:cubicBezTo>
                          <a:pt x="2590709" y="3897016"/>
                          <a:pt x="2604368" y="4019789"/>
                          <a:pt x="2625090" y="4107180"/>
                        </a:cubicBezTo>
                        <a:cubicBezTo>
                          <a:pt x="2666488" y="4187413"/>
                          <a:pt x="2656857" y="4223358"/>
                          <a:pt x="2682240" y="4293870"/>
                        </a:cubicBezTo>
                        <a:cubicBezTo>
                          <a:pt x="2688756" y="4263732"/>
                          <a:pt x="2733314" y="4216847"/>
                          <a:pt x="2750820" y="4187190"/>
                        </a:cubicBezTo>
                        <a:cubicBezTo>
                          <a:pt x="2784745" y="4228781"/>
                          <a:pt x="2789258" y="4232270"/>
                          <a:pt x="2819400" y="4282440"/>
                        </a:cubicBezTo>
                        <a:cubicBezTo>
                          <a:pt x="2827214" y="4321574"/>
                          <a:pt x="2845455" y="4429129"/>
                          <a:pt x="2872740" y="4541520"/>
                        </a:cubicBezTo>
                        <a:cubicBezTo>
                          <a:pt x="2894428" y="4524851"/>
                          <a:pt x="2920614" y="4480069"/>
                          <a:pt x="2945130" y="4419600"/>
                        </a:cubicBezTo>
                        <a:cubicBezTo>
                          <a:pt x="2962475" y="4438003"/>
                          <a:pt x="2992156" y="4453198"/>
                          <a:pt x="3013710" y="4461510"/>
                        </a:cubicBezTo>
                        <a:cubicBezTo>
                          <a:pt x="3033875" y="4442095"/>
                          <a:pt x="3042725" y="4442103"/>
                          <a:pt x="3070860" y="4423410"/>
                        </a:cubicBezTo>
                        <a:cubicBezTo>
                          <a:pt x="3094441" y="4427724"/>
                          <a:pt x="3117019" y="4444107"/>
                          <a:pt x="3150870" y="4450080"/>
                        </a:cubicBezTo>
                        <a:cubicBezTo>
                          <a:pt x="3164098" y="4481666"/>
                          <a:pt x="3180830" y="4540778"/>
                          <a:pt x="3211830" y="4587240"/>
                        </a:cubicBezTo>
                        <a:cubicBezTo>
                          <a:pt x="3222125" y="4585826"/>
                          <a:pt x="3261928" y="4579974"/>
                          <a:pt x="3276600" y="4575810"/>
                        </a:cubicBezTo>
                        <a:cubicBezTo>
                          <a:pt x="3289189" y="4534370"/>
                          <a:pt x="3322408" y="4513955"/>
                          <a:pt x="3337560" y="4465320"/>
                        </a:cubicBezTo>
                        <a:cubicBezTo>
                          <a:pt x="3344937" y="4419832"/>
                          <a:pt x="3380372" y="4327201"/>
                          <a:pt x="3394710" y="4271010"/>
                        </a:cubicBezTo>
                        <a:cubicBezTo>
                          <a:pt x="3426609" y="4310090"/>
                          <a:pt x="3524851" y="4540477"/>
                          <a:pt x="3535680" y="4621530"/>
                        </a:cubicBezTo>
                        <a:cubicBezTo>
                          <a:pt x="3550730" y="4450008"/>
                          <a:pt x="3589660" y="4410354"/>
                          <a:pt x="3596640" y="4221480"/>
                        </a:cubicBezTo>
                        <a:cubicBezTo>
                          <a:pt x="3609596" y="4170017"/>
                          <a:pt x="3631070" y="4041494"/>
                          <a:pt x="3657600" y="3981450"/>
                        </a:cubicBezTo>
                        <a:cubicBezTo>
                          <a:pt x="3680909" y="3951171"/>
                          <a:pt x="3721558" y="3929934"/>
                          <a:pt x="3729990" y="3920490"/>
                        </a:cubicBezTo>
                        <a:cubicBezTo>
                          <a:pt x="3733106" y="3943237"/>
                          <a:pt x="3770031" y="3992997"/>
                          <a:pt x="3798570" y="4061460"/>
                        </a:cubicBezTo>
                        <a:cubicBezTo>
                          <a:pt x="3824766" y="3936656"/>
                          <a:pt x="3835961" y="3863472"/>
                          <a:pt x="3851910" y="3672840"/>
                        </a:cubicBezTo>
                        <a:cubicBezTo>
                          <a:pt x="3840934" y="3792046"/>
                          <a:pt x="3911864" y="4197226"/>
                          <a:pt x="3928110" y="4263390"/>
                        </a:cubicBezTo>
                        <a:cubicBezTo>
                          <a:pt x="3950709" y="4265216"/>
                          <a:pt x="3960480" y="4266299"/>
                          <a:pt x="3977640" y="4271010"/>
                        </a:cubicBezTo>
                        <a:cubicBezTo>
                          <a:pt x="4003370" y="4343359"/>
                          <a:pt x="4017222" y="4376832"/>
                          <a:pt x="4046220" y="4434840"/>
                        </a:cubicBezTo>
                        <a:cubicBezTo>
                          <a:pt x="4072601" y="4427422"/>
                          <a:pt x="4081290" y="4422775"/>
                          <a:pt x="4107180" y="4404360"/>
                        </a:cubicBezTo>
                        <a:cubicBezTo>
                          <a:pt x="4145460" y="4356352"/>
                          <a:pt x="4161491" y="4320880"/>
                          <a:pt x="4171950" y="4274820"/>
                        </a:cubicBezTo>
                        <a:cubicBezTo>
                          <a:pt x="4195296" y="4244224"/>
                          <a:pt x="4234685" y="4193560"/>
                          <a:pt x="4240530" y="4164330"/>
                        </a:cubicBezTo>
                        <a:cubicBezTo>
                          <a:pt x="4238798" y="4256506"/>
                          <a:pt x="4272102" y="4374299"/>
                          <a:pt x="4312920" y="4499610"/>
                        </a:cubicBezTo>
                        <a:cubicBezTo>
                          <a:pt x="4328119" y="4515041"/>
                          <a:pt x="4374667" y="4540687"/>
                          <a:pt x="4381500" y="4549140"/>
                        </a:cubicBezTo>
                        <a:cubicBezTo>
                          <a:pt x="4389178" y="4543965"/>
                          <a:pt x="4410604" y="4518461"/>
                          <a:pt x="4438650" y="4495800"/>
                        </a:cubicBezTo>
                        <a:cubicBezTo>
                          <a:pt x="4463316" y="4505641"/>
                          <a:pt x="4483667" y="4501743"/>
                          <a:pt x="4507230" y="4511040"/>
                        </a:cubicBezTo>
                        <a:cubicBezTo>
                          <a:pt x="4548495" y="4588467"/>
                          <a:pt x="4532955" y="4728044"/>
                          <a:pt x="4568190" y="4804410"/>
                        </a:cubicBezTo>
                        <a:cubicBezTo>
                          <a:pt x="4603034" y="4711897"/>
                          <a:pt x="4618911" y="4672752"/>
                          <a:pt x="4629150" y="4602480"/>
                        </a:cubicBezTo>
                        <a:cubicBezTo>
                          <a:pt x="4654407" y="4623671"/>
                          <a:pt x="4691804" y="4695250"/>
                          <a:pt x="4701540" y="4709160"/>
                        </a:cubicBezTo>
                        <a:cubicBezTo>
                          <a:pt x="4717048" y="4656061"/>
                          <a:pt x="4735192" y="4598893"/>
                          <a:pt x="4762500" y="4491990"/>
                        </a:cubicBezTo>
                        <a:cubicBezTo>
                          <a:pt x="4779067" y="4501076"/>
                          <a:pt x="4801892" y="4511905"/>
                          <a:pt x="4827270" y="4514850"/>
                        </a:cubicBezTo>
                        <a:cubicBezTo>
                          <a:pt x="4857853" y="4471801"/>
                          <a:pt x="4870149" y="4444761"/>
                          <a:pt x="4892040" y="4431030"/>
                        </a:cubicBezTo>
                        <a:cubicBezTo>
                          <a:pt x="4905016" y="4428292"/>
                          <a:pt x="4930168" y="4419217"/>
                          <a:pt x="4953000" y="4404360"/>
                        </a:cubicBezTo>
                        <a:cubicBezTo>
                          <a:pt x="4978522" y="4415577"/>
                          <a:pt x="4995489" y="4424002"/>
                          <a:pt x="5029200" y="4434840"/>
                        </a:cubicBezTo>
                        <a:cubicBezTo>
                          <a:pt x="5049395" y="4465137"/>
                          <a:pt x="5061202" y="4477751"/>
                          <a:pt x="5082540" y="4495800"/>
                        </a:cubicBezTo>
                        <a:cubicBezTo>
                          <a:pt x="5101294" y="4501129"/>
                          <a:pt x="5129824" y="4497896"/>
                          <a:pt x="5147310" y="4503420"/>
                        </a:cubicBezTo>
                        <a:cubicBezTo>
                          <a:pt x="5169474" y="4496089"/>
                          <a:pt x="5204011" y="4460403"/>
                          <a:pt x="5223510" y="4457700"/>
                        </a:cubicBezTo>
                        <a:cubicBezTo>
                          <a:pt x="5260637" y="4463687"/>
                          <a:pt x="5300409" y="4499849"/>
                          <a:pt x="5372100" y="4545330"/>
                        </a:cubicBezTo>
                        <a:cubicBezTo>
                          <a:pt x="5384060" y="4549630"/>
                          <a:pt x="5412946" y="4542738"/>
                          <a:pt x="5421630" y="4545330"/>
                        </a:cubicBezTo>
                        <a:cubicBezTo>
                          <a:pt x="5447921" y="4575454"/>
                          <a:pt x="5463088" y="4601930"/>
                          <a:pt x="5490210" y="4652010"/>
                        </a:cubicBezTo>
                        <a:cubicBezTo>
                          <a:pt x="5506079" y="4656893"/>
                          <a:pt x="5540728" y="4663428"/>
                          <a:pt x="5547360" y="4659630"/>
                        </a:cubicBezTo>
                        <a:cubicBezTo>
                          <a:pt x="5543336" y="4606868"/>
                          <a:pt x="5592409" y="4444471"/>
                          <a:pt x="5596890" y="4373880"/>
                        </a:cubicBezTo>
                        <a:cubicBezTo>
                          <a:pt x="5622660" y="4382107"/>
                          <a:pt x="5637329" y="4382613"/>
                          <a:pt x="5669280" y="4392930"/>
                        </a:cubicBezTo>
                        <a:cubicBezTo>
                          <a:pt x="5669013" y="4413177"/>
                          <a:pt x="5719486" y="4487485"/>
                          <a:pt x="5737860" y="4499610"/>
                        </a:cubicBezTo>
                        <a:cubicBezTo>
                          <a:pt x="5761736" y="4502332"/>
                          <a:pt x="5797619" y="4524179"/>
                          <a:pt x="5806440" y="4522470"/>
                        </a:cubicBezTo>
                        <a:cubicBezTo>
                          <a:pt x="5816664" y="4534248"/>
                          <a:pt x="5861833" y="4564771"/>
                          <a:pt x="5867400" y="4575810"/>
                        </a:cubicBezTo>
                        <a:cubicBezTo>
                          <a:pt x="5879565" y="4575482"/>
                          <a:pt x="5912453" y="4589933"/>
                          <a:pt x="5939790" y="4591050"/>
                        </a:cubicBezTo>
                        <a:cubicBezTo>
                          <a:pt x="5963643" y="4548318"/>
                          <a:pt x="6007159" y="4521440"/>
                          <a:pt x="6008370" y="4507230"/>
                        </a:cubicBezTo>
                        <a:cubicBezTo>
                          <a:pt x="6054419" y="4499838"/>
                          <a:pt x="6086833" y="4508254"/>
                          <a:pt x="6164580" y="4514850"/>
                        </a:cubicBezTo>
                        <a:cubicBezTo>
                          <a:pt x="6178661" y="4526092"/>
                          <a:pt x="6226630" y="4553890"/>
                          <a:pt x="6248400" y="4560570"/>
                        </a:cubicBezTo>
                        <a:cubicBezTo>
                          <a:pt x="6286625" y="4548396"/>
                          <a:pt x="6314821" y="4518114"/>
                          <a:pt x="6332220" y="4514850"/>
                        </a:cubicBezTo>
                        <a:cubicBezTo>
                          <a:pt x="6353629" y="4522162"/>
                          <a:pt x="6377507" y="4525570"/>
                          <a:pt x="6393180" y="4522470"/>
                        </a:cubicBezTo>
                        <a:cubicBezTo>
                          <a:pt x="6414550" y="4549677"/>
                          <a:pt x="6448530" y="4578830"/>
                          <a:pt x="6454140" y="4598670"/>
                        </a:cubicBezTo>
                        <a:cubicBezTo>
                          <a:pt x="6463958" y="4610659"/>
                          <a:pt x="6510223" y="4628637"/>
                          <a:pt x="6534150" y="4636770"/>
                        </a:cubicBezTo>
                        <a:cubicBezTo>
                          <a:pt x="6582942" y="4638672"/>
                          <a:pt x="6670170" y="4660836"/>
                          <a:pt x="6720840" y="4652010"/>
                        </a:cubicBezTo>
                        <a:cubicBezTo>
                          <a:pt x="6763715" y="4661764"/>
                          <a:pt x="6831391" y="4664186"/>
                          <a:pt x="6877050" y="4690110"/>
                        </a:cubicBezTo>
                        <a:cubicBezTo>
                          <a:pt x="6900063" y="4691191"/>
                          <a:pt x="6965822" y="4725244"/>
                          <a:pt x="6995160" y="4724400"/>
                        </a:cubicBezTo>
                        <a:cubicBezTo>
                          <a:pt x="7046787" y="4739478"/>
                          <a:pt x="7049633" y="4759338"/>
                          <a:pt x="7098030" y="4777740"/>
                        </a:cubicBezTo>
                        <a:cubicBezTo>
                          <a:pt x="7121776" y="4743253"/>
                          <a:pt x="7165958" y="4697273"/>
                          <a:pt x="7170420" y="4674870"/>
                        </a:cubicBezTo>
                        <a:cubicBezTo>
                          <a:pt x="7197654" y="4669537"/>
                          <a:pt x="7208095" y="4664138"/>
                          <a:pt x="7227570" y="4655820"/>
                        </a:cubicBezTo>
                        <a:cubicBezTo>
                          <a:pt x="7249728" y="4601941"/>
                          <a:pt x="7276890" y="4506590"/>
                          <a:pt x="7299960" y="4480560"/>
                        </a:cubicBezTo>
                        <a:cubicBezTo>
                          <a:pt x="7257801" y="3989767"/>
                          <a:pt x="7417229" y="3212837"/>
                          <a:pt x="7357110" y="2853690"/>
                        </a:cubicBezTo>
                        <a:cubicBezTo>
                          <a:pt x="7384733" y="2882154"/>
                          <a:pt x="7439716" y="3022898"/>
                          <a:pt x="7433310" y="3051810"/>
                        </a:cubicBezTo>
                        <a:cubicBezTo>
                          <a:pt x="7460372" y="3005654"/>
                          <a:pt x="7484807" y="2966472"/>
                          <a:pt x="7494270" y="2937510"/>
                        </a:cubicBezTo>
                        <a:cubicBezTo>
                          <a:pt x="7511741" y="2934099"/>
                          <a:pt x="7528046" y="2918898"/>
                          <a:pt x="7555230" y="2910840"/>
                        </a:cubicBezTo>
                        <a:cubicBezTo>
                          <a:pt x="7576032" y="2957680"/>
                          <a:pt x="7581973" y="2991747"/>
                          <a:pt x="7631430" y="3055620"/>
                        </a:cubicBezTo>
                        <a:cubicBezTo>
                          <a:pt x="7765112" y="2345332"/>
                          <a:pt x="7808200" y="1499149"/>
                          <a:pt x="7688580" y="781050"/>
                        </a:cubicBezTo>
                        <a:cubicBezTo>
                          <a:pt x="7701905" y="746227"/>
                          <a:pt x="7738989" y="705133"/>
                          <a:pt x="7753350" y="681990"/>
                        </a:cubicBezTo>
                        <a:cubicBezTo>
                          <a:pt x="7709869" y="908405"/>
                          <a:pt x="7955202" y="1631477"/>
                          <a:pt x="7943850" y="2225040"/>
                        </a:cubicBezTo>
                        <a:cubicBezTo>
                          <a:pt x="7996441" y="2431882"/>
                          <a:pt x="8042471" y="2586763"/>
                          <a:pt x="8081010" y="2632710"/>
                        </a:cubicBezTo>
                        <a:cubicBezTo>
                          <a:pt x="8084882" y="2849836"/>
                          <a:pt x="8117186" y="3683783"/>
                          <a:pt x="8138160" y="3901440"/>
                        </a:cubicBezTo>
                        <a:cubicBezTo>
                          <a:pt x="8190816" y="3793130"/>
                          <a:pt x="8202775" y="3642492"/>
                          <a:pt x="8214360" y="3589020"/>
                        </a:cubicBezTo>
                        <a:cubicBezTo>
                          <a:pt x="8260482" y="3733117"/>
                          <a:pt x="8256115" y="3879806"/>
                          <a:pt x="8271510" y="3950970"/>
                        </a:cubicBezTo>
                        <a:cubicBezTo>
                          <a:pt x="8283723" y="3875296"/>
                          <a:pt x="8321737" y="3752758"/>
                          <a:pt x="8340090" y="3733800"/>
                        </a:cubicBezTo>
                        <a:cubicBezTo>
                          <a:pt x="8376203" y="3597782"/>
                          <a:pt x="8385919" y="3474808"/>
                          <a:pt x="8408670" y="3394710"/>
                        </a:cubicBezTo>
                        <a:cubicBezTo>
                          <a:pt x="8411953" y="3485190"/>
                          <a:pt x="8419624" y="3648086"/>
                          <a:pt x="8469630" y="3760470"/>
                        </a:cubicBezTo>
                        <a:cubicBezTo>
                          <a:pt x="8473859" y="3772523"/>
                          <a:pt x="8509947" y="3806366"/>
                          <a:pt x="8534400" y="3844290"/>
                        </a:cubicBezTo>
                        <a:cubicBezTo>
                          <a:pt x="8555624" y="3948300"/>
                          <a:pt x="8550929" y="3960413"/>
                          <a:pt x="8599170" y="4053840"/>
                        </a:cubicBezTo>
                        <a:cubicBezTo>
                          <a:pt x="8633780" y="4099856"/>
                          <a:pt x="8627153" y="4116834"/>
                          <a:pt x="8660130" y="4152900"/>
                        </a:cubicBezTo>
                        <a:cubicBezTo>
                          <a:pt x="8686099" y="4131408"/>
                          <a:pt x="8692655" y="4113781"/>
                          <a:pt x="8728710" y="4091940"/>
                        </a:cubicBezTo>
                        <a:cubicBezTo>
                          <a:pt x="8752093" y="4000675"/>
                          <a:pt x="8773600" y="3985055"/>
                          <a:pt x="8793480" y="3909060"/>
                        </a:cubicBezTo>
                        <a:cubicBezTo>
                          <a:pt x="8808922" y="3956597"/>
                          <a:pt x="8846561" y="4017723"/>
                          <a:pt x="8862060" y="4038600"/>
                        </a:cubicBezTo>
                        <a:cubicBezTo>
                          <a:pt x="8865703" y="4138814"/>
                          <a:pt x="8922627" y="4404845"/>
                          <a:pt x="8919210" y="4457700"/>
                        </a:cubicBezTo>
                        <a:cubicBezTo>
                          <a:pt x="8932833" y="4369216"/>
                          <a:pt x="8974069" y="4172863"/>
                          <a:pt x="8995410" y="4122420"/>
                        </a:cubicBezTo>
                        <a:cubicBezTo>
                          <a:pt x="9035060" y="3986667"/>
                          <a:pt x="9034815" y="3785550"/>
                          <a:pt x="9052560" y="3569970"/>
                        </a:cubicBezTo>
                        <a:cubicBezTo>
                          <a:pt x="9053528" y="3598957"/>
                          <a:pt x="9103334" y="3776057"/>
                          <a:pt x="9132570" y="3832860"/>
                        </a:cubicBezTo>
                        <a:cubicBezTo>
                          <a:pt x="9157379" y="3820740"/>
                          <a:pt x="9177733" y="3813181"/>
                          <a:pt x="9185910" y="3813810"/>
                        </a:cubicBezTo>
                        <a:cubicBezTo>
                          <a:pt x="9213562" y="3776268"/>
                          <a:pt x="9234368" y="3676916"/>
                          <a:pt x="9246870" y="3642360"/>
                        </a:cubicBezTo>
                        <a:cubicBezTo>
                          <a:pt x="9282944" y="3583877"/>
                          <a:pt x="9308366" y="3242703"/>
                          <a:pt x="9323070" y="3169920"/>
                        </a:cubicBezTo>
                        <a:cubicBezTo>
                          <a:pt x="9328436" y="2916670"/>
                          <a:pt x="9352764" y="2730141"/>
                          <a:pt x="9361170" y="2644140"/>
                        </a:cubicBezTo>
                        <a:cubicBezTo>
                          <a:pt x="9362563" y="2599514"/>
                          <a:pt x="9353252" y="2451148"/>
                          <a:pt x="9384030" y="2373630"/>
                        </a:cubicBezTo>
                        <a:cubicBezTo>
                          <a:pt x="9379841" y="2325812"/>
                          <a:pt x="9452345" y="2108321"/>
                          <a:pt x="9441180" y="1916430"/>
                        </a:cubicBezTo>
                        <a:cubicBezTo>
                          <a:pt x="9461909" y="1883081"/>
                          <a:pt x="9477913" y="1778845"/>
                          <a:pt x="9517380" y="1668780"/>
                        </a:cubicBezTo>
                        <a:cubicBezTo>
                          <a:pt x="9533345" y="1380327"/>
                          <a:pt x="9596198" y="1048170"/>
                          <a:pt x="9574530" y="621030"/>
                        </a:cubicBezTo>
                        <a:cubicBezTo>
                          <a:pt x="9550354" y="1104866"/>
                          <a:pt x="9512040" y="1375493"/>
                          <a:pt x="9612630" y="1802130"/>
                        </a:cubicBezTo>
                        <a:cubicBezTo>
                          <a:pt x="9616426" y="1966384"/>
                          <a:pt x="9627354" y="2107998"/>
                          <a:pt x="9639300" y="2320290"/>
                        </a:cubicBezTo>
                        <a:cubicBezTo>
                          <a:pt x="9665697" y="2094957"/>
                          <a:pt x="9728776" y="1767438"/>
                          <a:pt x="9711690" y="1535430"/>
                        </a:cubicBezTo>
                        <a:cubicBezTo>
                          <a:pt x="9658818" y="896200"/>
                          <a:pt x="9742683" y="690983"/>
                          <a:pt x="9765030" y="182880"/>
                        </a:cubicBezTo>
                        <a:cubicBezTo>
                          <a:pt x="9780274" y="216904"/>
                          <a:pt x="9810521" y="229382"/>
                          <a:pt x="9841230" y="278130"/>
                        </a:cubicBezTo>
                        <a:cubicBezTo>
                          <a:pt x="9859948" y="318590"/>
                          <a:pt x="9877579" y="439881"/>
                          <a:pt x="9906000" y="487680"/>
                        </a:cubicBezTo>
                        <a:cubicBezTo>
                          <a:pt x="9929937" y="546515"/>
                          <a:pt x="9939669" y="880096"/>
                          <a:pt x="9963150" y="982980"/>
                        </a:cubicBezTo>
                        <a:cubicBezTo>
                          <a:pt x="9814913" y="1244688"/>
                          <a:pt x="9910567" y="2272422"/>
                          <a:pt x="10027920" y="3009900"/>
                        </a:cubicBezTo>
                        <a:cubicBezTo>
                          <a:pt x="10039478" y="3083898"/>
                          <a:pt x="10059595" y="3344904"/>
                          <a:pt x="10096500" y="3390900"/>
                        </a:cubicBezTo>
                        <a:cubicBezTo>
                          <a:pt x="10114952" y="3323037"/>
                          <a:pt x="10176612" y="3006689"/>
                          <a:pt x="10165080" y="2960370"/>
                        </a:cubicBezTo>
                        <a:cubicBezTo>
                          <a:pt x="10227262" y="2700202"/>
                          <a:pt x="10159898" y="2437401"/>
                          <a:pt x="10222230" y="2346960"/>
                        </a:cubicBezTo>
                        <a:cubicBezTo>
                          <a:pt x="10233648" y="2406216"/>
                          <a:pt x="10300383" y="2627914"/>
                          <a:pt x="10302240" y="2674620"/>
                        </a:cubicBezTo>
                        <a:cubicBezTo>
                          <a:pt x="10297804" y="2853237"/>
                          <a:pt x="10226977" y="3976269"/>
                          <a:pt x="10355580" y="4351020"/>
                        </a:cubicBezTo>
                      </a:path>
                    </a:pathLst>
                  </a:custGeom>
                  <ask:type>
                    <ask:lineSketchNone/>
                  </ask:type>
                </ask:lineSketchStyleProps>
              </a:ext>
            </a:extLst>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a:extLst>
              <a:ext uri="{FF2B5EF4-FFF2-40B4-BE49-F238E27FC236}">
                <a16:creationId xmlns:a16="http://schemas.microsoft.com/office/drawing/2014/main" id="{5DEA3A29-DEBF-B13F-9437-22D0F5A575A0}"/>
              </a:ext>
            </a:extLst>
          </p:cNvPr>
          <p:cNvCxnSpPr>
            <a:cxnSpLocks/>
          </p:cNvCxnSpPr>
          <p:nvPr/>
        </p:nvCxnSpPr>
        <p:spPr>
          <a:xfrm>
            <a:off x="788697" y="7879349"/>
            <a:ext cx="91440" cy="0"/>
          </a:xfrm>
          <a:prstGeom prst="line">
            <a:avLst/>
          </a:prstGeom>
          <a:noFill/>
          <a:ln w="22225" cap="rnd">
            <a:solidFill>
              <a:schemeClr val="bg1">
                <a:lumMod val="95000"/>
              </a:schemeClr>
            </a:solidFill>
            <a:round/>
            <a:extLst>
              <a:ext uri="{C807C97D-BFC1-408E-A445-0C87EB9F89A2}">
                <ask:lineSketchStyleProps xmlns:ask="http://schemas.microsoft.com/office/drawing/2018/sketchyshapes" sd="1219033472">
                  <a:custGeom>
                    <a:avLst/>
                    <a:gdLst>
                      <a:gd name="connsiteX0" fmla="*/ 0 w 10355580"/>
                      <a:gd name="connsiteY0" fmla="*/ 4701540 h 4804410"/>
                      <a:gd name="connsiteX1" fmla="*/ 87630 w 10355580"/>
                      <a:gd name="connsiteY1" fmla="*/ 4168140 h 4804410"/>
                      <a:gd name="connsiteX2" fmla="*/ 140970 w 10355580"/>
                      <a:gd name="connsiteY2" fmla="*/ 2670810 h 4804410"/>
                      <a:gd name="connsiteX3" fmla="*/ 175260 w 10355580"/>
                      <a:gd name="connsiteY3" fmla="*/ 1489710 h 4804410"/>
                      <a:gd name="connsiteX4" fmla="*/ 182880 w 10355580"/>
                      <a:gd name="connsiteY4" fmla="*/ 769620 h 4804410"/>
                      <a:gd name="connsiteX5" fmla="*/ 209550 w 10355580"/>
                      <a:gd name="connsiteY5" fmla="*/ 0 h 4804410"/>
                      <a:gd name="connsiteX6" fmla="*/ 274320 w 10355580"/>
                      <a:gd name="connsiteY6" fmla="*/ 815340 h 4804410"/>
                      <a:gd name="connsiteX7" fmla="*/ 335280 w 10355580"/>
                      <a:gd name="connsiteY7" fmla="*/ 2682240 h 4804410"/>
                      <a:gd name="connsiteX8" fmla="*/ 396240 w 10355580"/>
                      <a:gd name="connsiteY8" fmla="*/ 3505200 h 4804410"/>
                      <a:gd name="connsiteX9" fmla="*/ 472440 w 10355580"/>
                      <a:gd name="connsiteY9" fmla="*/ 2465070 h 4804410"/>
                      <a:gd name="connsiteX10" fmla="*/ 529590 w 10355580"/>
                      <a:gd name="connsiteY10" fmla="*/ 2465070 h 4804410"/>
                      <a:gd name="connsiteX11" fmla="*/ 598170 w 10355580"/>
                      <a:gd name="connsiteY11" fmla="*/ 2125980 h 4804410"/>
                      <a:gd name="connsiteX12" fmla="*/ 666750 w 10355580"/>
                      <a:gd name="connsiteY12" fmla="*/ 1554480 h 4804410"/>
                      <a:gd name="connsiteX13" fmla="*/ 731520 w 10355580"/>
                      <a:gd name="connsiteY13" fmla="*/ 2145030 h 4804410"/>
                      <a:gd name="connsiteX14" fmla="*/ 788670 w 10355580"/>
                      <a:gd name="connsiteY14" fmla="*/ 3684270 h 4804410"/>
                      <a:gd name="connsiteX15" fmla="*/ 864870 w 10355580"/>
                      <a:gd name="connsiteY15" fmla="*/ 4171950 h 4804410"/>
                      <a:gd name="connsiteX16" fmla="*/ 918210 w 10355580"/>
                      <a:gd name="connsiteY16" fmla="*/ 3992880 h 4804410"/>
                      <a:gd name="connsiteX17" fmla="*/ 986790 w 10355580"/>
                      <a:gd name="connsiteY17" fmla="*/ 2804160 h 4804410"/>
                      <a:gd name="connsiteX18" fmla="*/ 1059180 w 10355580"/>
                      <a:gd name="connsiteY18" fmla="*/ 2933700 h 4804410"/>
                      <a:gd name="connsiteX19" fmla="*/ 1120140 w 10355580"/>
                      <a:gd name="connsiteY19" fmla="*/ 4011930 h 4804410"/>
                      <a:gd name="connsiteX20" fmla="*/ 1184910 w 10355580"/>
                      <a:gd name="connsiteY20" fmla="*/ 4293870 h 4804410"/>
                      <a:gd name="connsiteX21" fmla="*/ 1261110 w 10355580"/>
                      <a:gd name="connsiteY21" fmla="*/ 4251960 h 4804410"/>
                      <a:gd name="connsiteX22" fmla="*/ 1371600 w 10355580"/>
                      <a:gd name="connsiteY22" fmla="*/ 4423410 h 4804410"/>
                      <a:gd name="connsiteX23" fmla="*/ 1443990 w 10355580"/>
                      <a:gd name="connsiteY23" fmla="*/ 4160520 h 4804410"/>
                      <a:gd name="connsiteX24" fmla="*/ 1516380 w 10355580"/>
                      <a:gd name="connsiteY24" fmla="*/ 4290060 h 4804410"/>
                      <a:gd name="connsiteX25" fmla="*/ 1573530 w 10355580"/>
                      <a:gd name="connsiteY25" fmla="*/ 4240530 h 4804410"/>
                      <a:gd name="connsiteX26" fmla="*/ 1642110 w 10355580"/>
                      <a:gd name="connsiteY26" fmla="*/ 4450080 h 4804410"/>
                      <a:gd name="connsiteX27" fmla="*/ 1703070 w 10355580"/>
                      <a:gd name="connsiteY27" fmla="*/ 4472940 h 4804410"/>
                      <a:gd name="connsiteX28" fmla="*/ 1764030 w 10355580"/>
                      <a:gd name="connsiteY28" fmla="*/ 4236720 h 4804410"/>
                      <a:gd name="connsiteX29" fmla="*/ 1828800 w 10355580"/>
                      <a:gd name="connsiteY29" fmla="*/ 4194810 h 4804410"/>
                      <a:gd name="connsiteX30" fmla="*/ 1897380 w 10355580"/>
                      <a:gd name="connsiteY30" fmla="*/ 4248150 h 4804410"/>
                      <a:gd name="connsiteX31" fmla="*/ 1958340 w 10355580"/>
                      <a:gd name="connsiteY31" fmla="*/ 4503420 h 4804410"/>
                      <a:gd name="connsiteX32" fmla="*/ 2026920 w 10355580"/>
                      <a:gd name="connsiteY32" fmla="*/ 4610100 h 4804410"/>
                      <a:gd name="connsiteX33" fmla="*/ 2080260 w 10355580"/>
                      <a:gd name="connsiteY33" fmla="*/ 4530090 h 4804410"/>
                      <a:gd name="connsiteX34" fmla="*/ 2152650 w 10355580"/>
                      <a:gd name="connsiteY34" fmla="*/ 4240530 h 4804410"/>
                      <a:gd name="connsiteX35" fmla="*/ 2225040 w 10355580"/>
                      <a:gd name="connsiteY35" fmla="*/ 3577590 h 4804410"/>
                      <a:gd name="connsiteX36" fmla="*/ 2289810 w 10355580"/>
                      <a:gd name="connsiteY36" fmla="*/ 3806190 h 4804410"/>
                      <a:gd name="connsiteX37" fmla="*/ 2350770 w 10355580"/>
                      <a:gd name="connsiteY37" fmla="*/ 4263390 h 4804410"/>
                      <a:gd name="connsiteX38" fmla="*/ 2430780 w 10355580"/>
                      <a:gd name="connsiteY38" fmla="*/ 4122420 h 4804410"/>
                      <a:gd name="connsiteX39" fmla="*/ 2484120 w 10355580"/>
                      <a:gd name="connsiteY39" fmla="*/ 3676650 h 4804410"/>
                      <a:gd name="connsiteX40" fmla="*/ 2560320 w 10355580"/>
                      <a:gd name="connsiteY40" fmla="*/ 3798570 h 4804410"/>
                      <a:gd name="connsiteX41" fmla="*/ 2625090 w 10355580"/>
                      <a:gd name="connsiteY41" fmla="*/ 4107180 h 4804410"/>
                      <a:gd name="connsiteX42" fmla="*/ 2682240 w 10355580"/>
                      <a:gd name="connsiteY42" fmla="*/ 4293870 h 4804410"/>
                      <a:gd name="connsiteX43" fmla="*/ 2750820 w 10355580"/>
                      <a:gd name="connsiteY43" fmla="*/ 4187190 h 4804410"/>
                      <a:gd name="connsiteX44" fmla="*/ 2819400 w 10355580"/>
                      <a:gd name="connsiteY44" fmla="*/ 4282440 h 4804410"/>
                      <a:gd name="connsiteX45" fmla="*/ 2872740 w 10355580"/>
                      <a:gd name="connsiteY45" fmla="*/ 4541520 h 4804410"/>
                      <a:gd name="connsiteX46" fmla="*/ 2945130 w 10355580"/>
                      <a:gd name="connsiteY46" fmla="*/ 4419600 h 4804410"/>
                      <a:gd name="connsiteX47" fmla="*/ 3013710 w 10355580"/>
                      <a:gd name="connsiteY47" fmla="*/ 4461510 h 4804410"/>
                      <a:gd name="connsiteX48" fmla="*/ 3070860 w 10355580"/>
                      <a:gd name="connsiteY48" fmla="*/ 4423410 h 4804410"/>
                      <a:gd name="connsiteX49" fmla="*/ 3150870 w 10355580"/>
                      <a:gd name="connsiteY49" fmla="*/ 4450080 h 4804410"/>
                      <a:gd name="connsiteX50" fmla="*/ 3211830 w 10355580"/>
                      <a:gd name="connsiteY50" fmla="*/ 4587240 h 4804410"/>
                      <a:gd name="connsiteX51" fmla="*/ 3276600 w 10355580"/>
                      <a:gd name="connsiteY51" fmla="*/ 4575810 h 4804410"/>
                      <a:gd name="connsiteX52" fmla="*/ 3337560 w 10355580"/>
                      <a:gd name="connsiteY52" fmla="*/ 4465320 h 4804410"/>
                      <a:gd name="connsiteX53" fmla="*/ 3394710 w 10355580"/>
                      <a:gd name="connsiteY53" fmla="*/ 4271010 h 4804410"/>
                      <a:gd name="connsiteX54" fmla="*/ 3535680 w 10355580"/>
                      <a:gd name="connsiteY54" fmla="*/ 4621530 h 4804410"/>
                      <a:gd name="connsiteX55" fmla="*/ 3596640 w 10355580"/>
                      <a:gd name="connsiteY55" fmla="*/ 4221480 h 4804410"/>
                      <a:gd name="connsiteX56" fmla="*/ 3657600 w 10355580"/>
                      <a:gd name="connsiteY56" fmla="*/ 3981450 h 4804410"/>
                      <a:gd name="connsiteX57" fmla="*/ 3729990 w 10355580"/>
                      <a:gd name="connsiteY57" fmla="*/ 3920490 h 4804410"/>
                      <a:gd name="connsiteX58" fmla="*/ 3798570 w 10355580"/>
                      <a:gd name="connsiteY58" fmla="*/ 4061460 h 4804410"/>
                      <a:gd name="connsiteX59" fmla="*/ 3851910 w 10355580"/>
                      <a:gd name="connsiteY59" fmla="*/ 3672840 h 4804410"/>
                      <a:gd name="connsiteX60" fmla="*/ 3928110 w 10355580"/>
                      <a:gd name="connsiteY60" fmla="*/ 4263390 h 4804410"/>
                      <a:gd name="connsiteX61" fmla="*/ 3977640 w 10355580"/>
                      <a:gd name="connsiteY61" fmla="*/ 4271010 h 4804410"/>
                      <a:gd name="connsiteX62" fmla="*/ 4046220 w 10355580"/>
                      <a:gd name="connsiteY62" fmla="*/ 4434840 h 4804410"/>
                      <a:gd name="connsiteX63" fmla="*/ 4107180 w 10355580"/>
                      <a:gd name="connsiteY63" fmla="*/ 4404360 h 4804410"/>
                      <a:gd name="connsiteX64" fmla="*/ 4171950 w 10355580"/>
                      <a:gd name="connsiteY64" fmla="*/ 4274820 h 4804410"/>
                      <a:gd name="connsiteX65" fmla="*/ 4240530 w 10355580"/>
                      <a:gd name="connsiteY65" fmla="*/ 4164330 h 4804410"/>
                      <a:gd name="connsiteX66" fmla="*/ 4312920 w 10355580"/>
                      <a:gd name="connsiteY66" fmla="*/ 4499610 h 4804410"/>
                      <a:gd name="connsiteX67" fmla="*/ 4381500 w 10355580"/>
                      <a:gd name="connsiteY67" fmla="*/ 4549140 h 4804410"/>
                      <a:gd name="connsiteX68" fmla="*/ 4438650 w 10355580"/>
                      <a:gd name="connsiteY68" fmla="*/ 4495800 h 4804410"/>
                      <a:gd name="connsiteX69" fmla="*/ 4507230 w 10355580"/>
                      <a:gd name="connsiteY69" fmla="*/ 4511040 h 4804410"/>
                      <a:gd name="connsiteX70" fmla="*/ 4568190 w 10355580"/>
                      <a:gd name="connsiteY70" fmla="*/ 4804410 h 4804410"/>
                      <a:gd name="connsiteX71" fmla="*/ 4629150 w 10355580"/>
                      <a:gd name="connsiteY71" fmla="*/ 4602480 h 4804410"/>
                      <a:gd name="connsiteX72" fmla="*/ 4701540 w 10355580"/>
                      <a:gd name="connsiteY72" fmla="*/ 4709160 h 4804410"/>
                      <a:gd name="connsiteX73" fmla="*/ 4762500 w 10355580"/>
                      <a:gd name="connsiteY73" fmla="*/ 4491990 h 4804410"/>
                      <a:gd name="connsiteX74" fmla="*/ 4827270 w 10355580"/>
                      <a:gd name="connsiteY74" fmla="*/ 4514850 h 4804410"/>
                      <a:gd name="connsiteX75" fmla="*/ 4892040 w 10355580"/>
                      <a:gd name="connsiteY75" fmla="*/ 4431030 h 4804410"/>
                      <a:gd name="connsiteX76" fmla="*/ 4953000 w 10355580"/>
                      <a:gd name="connsiteY76" fmla="*/ 4404360 h 4804410"/>
                      <a:gd name="connsiteX77" fmla="*/ 5029200 w 10355580"/>
                      <a:gd name="connsiteY77" fmla="*/ 4434840 h 4804410"/>
                      <a:gd name="connsiteX78" fmla="*/ 5082540 w 10355580"/>
                      <a:gd name="connsiteY78" fmla="*/ 4495800 h 4804410"/>
                      <a:gd name="connsiteX79" fmla="*/ 5147310 w 10355580"/>
                      <a:gd name="connsiteY79" fmla="*/ 4503420 h 4804410"/>
                      <a:gd name="connsiteX80" fmla="*/ 5223510 w 10355580"/>
                      <a:gd name="connsiteY80" fmla="*/ 4457700 h 4804410"/>
                      <a:gd name="connsiteX81" fmla="*/ 5372100 w 10355580"/>
                      <a:gd name="connsiteY81" fmla="*/ 4545330 h 4804410"/>
                      <a:gd name="connsiteX82" fmla="*/ 5421630 w 10355580"/>
                      <a:gd name="connsiteY82" fmla="*/ 4545330 h 4804410"/>
                      <a:gd name="connsiteX83" fmla="*/ 5490210 w 10355580"/>
                      <a:gd name="connsiteY83" fmla="*/ 4652010 h 4804410"/>
                      <a:gd name="connsiteX84" fmla="*/ 5547360 w 10355580"/>
                      <a:gd name="connsiteY84" fmla="*/ 4659630 h 4804410"/>
                      <a:gd name="connsiteX85" fmla="*/ 5596890 w 10355580"/>
                      <a:gd name="connsiteY85" fmla="*/ 4373880 h 4804410"/>
                      <a:gd name="connsiteX86" fmla="*/ 5669280 w 10355580"/>
                      <a:gd name="connsiteY86" fmla="*/ 4392930 h 4804410"/>
                      <a:gd name="connsiteX87" fmla="*/ 5737860 w 10355580"/>
                      <a:gd name="connsiteY87" fmla="*/ 4499610 h 4804410"/>
                      <a:gd name="connsiteX88" fmla="*/ 5806440 w 10355580"/>
                      <a:gd name="connsiteY88" fmla="*/ 4522470 h 4804410"/>
                      <a:gd name="connsiteX89" fmla="*/ 5867400 w 10355580"/>
                      <a:gd name="connsiteY89" fmla="*/ 4575810 h 4804410"/>
                      <a:gd name="connsiteX90" fmla="*/ 5939790 w 10355580"/>
                      <a:gd name="connsiteY90" fmla="*/ 4591050 h 4804410"/>
                      <a:gd name="connsiteX91" fmla="*/ 6008370 w 10355580"/>
                      <a:gd name="connsiteY91" fmla="*/ 4507230 h 4804410"/>
                      <a:gd name="connsiteX92" fmla="*/ 6164580 w 10355580"/>
                      <a:gd name="connsiteY92" fmla="*/ 4514850 h 4804410"/>
                      <a:gd name="connsiteX93" fmla="*/ 6248400 w 10355580"/>
                      <a:gd name="connsiteY93" fmla="*/ 4560570 h 4804410"/>
                      <a:gd name="connsiteX94" fmla="*/ 6332220 w 10355580"/>
                      <a:gd name="connsiteY94" fmla="*/ 4514850 h 4804410"/>
                      <a:gd name="connsiteX95" fmla="*/ 6393180 w 10355580"/>
                      <a:gd name="connsiteY95" fmla="*/ 4522470 h 4804410"/>
                      <a:gd name="connsiteX96" fmla="*/ 6454140 w 10355580"/>
                      <a:gd name="connsiteY96" fmla="*/ 4598670 h 4804410"/>
                      <a:gd name="connsiteX97" fmla="*/ 6534150 w 10355580"/>
                      <a:gd name="connsiteY97" fmla="*/ 4636770 h 4804410"/>
                      <a:gd name="connsiteX98" fmla="*/ 6720840 w 10355580"/>
                      <a:gd name="connsiteY98" fmla="*/ 4652010 h 4804410"/>
                      <a:gd name="connsiteX99" fmla="*/ 6877050 w 10355580"/>
                      <a:gd name="connsiteY99" fmla="*/ 4690110 h 4804410"/>
                      <a:gd name="connsiteX100" fmla="*/ 6995160 w 10355580"/>
                      <a:gd name="connsiteY100" fmla="*/ 4724400 h 4804410"/>
                      <a:gd name="connsiteX101" fmla="*/ 7098030 w 10355580"/>
                      <a:gd name="connsiteY101" fmla="*/ 4777740 h 4804410"/>
                      <a:gd name="connsiteX102" fmla="*/ 7170420 w 10355580"/>
                      <a:gd name="connsiteY102" fmla="*/ 4674870 h 4804410"/>
                      <a:gd name="connsiteX103" fmla="*/ 7227570 w 10355580"/>
                      <a:gd name="connsiteY103" fmla="*/ 4655820 h 4804410"/>
                      <a:gd name="connsiteX104" fmla="*/ 7299960 w 10355580"/>
                      <a:gd name="connsiteY104" fmla="*/ 4480560 h 4804410"/>
                      <a:gd name="connsiteX105" fmla="*/ 7357110 w 10355580"/>
                      <a:gd name="connsiteY105" fmla="*/ 2853690 h 4804410"/>
                      <a:gd name="connsiteX106" fmla="*/ 7433310 w 10355580"/>
                      <a:gd name="connsiteY106" fmla="*/ 3051810 h 4804410"/>
                      <a:gd name="connsiteX107" fmla="*/ 7494270 w 10355580"/>
                      <a:gd name="connsiteY107" fmla="*/ 2937510 h 4804410"/>
                      <a:gd name="connsiteX108" fmla="*/ 7555230 w 10355580"/>
                      <a:gd name="connsiteY108" fmla="*/ 2910840 h 4804410"/>
                      <a:gd name="connsiteX109" fmla="*/ 7631430 w 10355580"/>
                      <a:gd name="connsiteY109" fmla="*/ 3055620 h 4804410"/>
                      <a:gd name="connsiteX110" fmla="*/ 7688580 w 10355580"/>
                      <a:gd name="connsiteY110" fmla="*/ 781050 h 4804410"/>
                      <a:gd name="connsiteX111" fmla="*/ 7753350 w 10355580"/>
                      <a:gd name="connsiteY111" fmla="*/ 681990 h 4804410"/>
                      <a:gd name="connsiteX112" fmla="*/ 7943850 w 10355580"/>
                      <a:gd name="connsiteY112" fmla="*/ 2225040 h 4804410"/>
                      <a:gd name="connsiteX113" fmla="*/ 8081010 w 10355580"/>
                      <a:gd name="connsiteY113" fmla="*/ 2632710 h 4804410"/>
                      <a:gd name="connsiteX114" fmla="*/ 8138160 w 10355580"/>
                      <a:gd name="connsiteY114" fmla="*/ 3901440 h 4804410"/>
                      <a:gd name="connsiteX115" fmla="*/ 8214360 w 10355580"/>
                      <a:gd name="connsiteY115" fmla="*/ 3589020 h 4804410"/>
                      <a:gd name="connsiteX116" fmla="*/ 8271510 w 10355580"/>
                      <a:gd name="connsiteY116" fmla="*/ 3950970 h 4804410"/>
                      <a:gd name="connsiteX117" fmla="*/ 8340090 w 10355580"/>
                      <a:gd name="connsiteY117" fmla="*/ 3733800 h 4804410"/>
                      <a:gd name="connsiteX118" fmla="*/ 8408670 w 10355580"/>
                      <a:gd name="connsiteY118" fmla="*/ 3394710 h 4804410"/>
                      <a:gd name="connsiteX119" fmla="*/ 8469630 w 10355580"/>
                      <a:gd name="connsiteY119" fmla="*/ 3760470 h 4804410"/>
                      <a:gd name="connsiteX120" fmla="*/ 8534400 w 10355580"/>
                      <a:gd name="connsiteY120" fmla="*/ 3844290 h 4804410"/>
                      <a:gd name="connsiteX121" fmla="*/ 8599170 w 10355580"/>
                      <a:gd name="connsiteY121" fmla="*/ 4053840 h 4804410"/>
                      <a:gd name="connsiteX122" fmla="*/ 8660130 w 10355580"/>
                      <a:gd name="connsiteY122" fmla="*/ 4152900 h 4804410"/>
                      <a:gd name="connsiteX123" fmla="*/ 8728710 w 10355580"/>
                      <a:gd name="connsiteY123" fmla="*/ 4091940 h 4804410"/>
                      <a:gd name="connsiteX124" fmla="*/ 8793480 w 10355580"/>
                      <a:gd name="connsiteY124" fmla="*/ 3909060 h 4804410"/>
                      <a:gd name="connsiteX125" fmla="*/ 8862060 w 10355580"/>
                      <a:gd name="connsiteY125" fmla="*/ 4038600 h 4804410"/>
                      <a:gd name="connsiteX126" fmla="*/ 8919210 w 10355580"/>
                      <a:gd name="connsiteY126" fmla="*/ 4457700 h 4804410"/>
                      <a:gd name="connsiteX127" fmla="*/ 8995410 w 10355580"/>
                      <a:gd name="connsiteY127" fmla="*/ 4122420 h 4804410"/>
                      <a:gd name="connsiteX128" fmla="*/ 9052560 w 10355580"/>
                      <a:gd name="connsiteY128" fmla="*/ 3569970 h 4804410"/>
                      <a:gd name="connsiteX129" fmla="*/ 9132570 w 10355580"/>
                      <a:gd name="connsiteY129" fmla="*/ 3832860 h 4804410"/>
                      <a:gd name="connsiteX130" fmla="*/ 9185910 w 10355580"/>
                      <a:gd name="connsiteY130" fmla="*/ 3813810 h 4804410"/>
                      <a:gd name="connsiteX131" fmla="*/ 9246870 w 10355580"/>
                      <a:gd name="connsiteY131" fmla="*/ 3642360 h 4804410"/>
                      <a:gd name="connsiteX132" fmla="*/ 9323070 w 10355580"/>
                      <a:gd name="connsiteY132" fmla="*/ 3169920 h 4804410"/>
                      <a:gd name="connsiteX133" fmla="*/ 9361170 w 10355580"/>
                      <a:gd name="connsiteY133" fmla="*/ 2644140 h 4804410"/>
                      <a:gd name="connsiteX134" fmla="*/ 9384030 w 10355580"/>
                      <a:gd name="connsiteY134" fmla="*/ 2373630 h 4804410"/>
                      <a:gd name="connsiteX135" fmla="*/ 9441180 w 10355580"/>
                      <a:gd name="connsiteY135" fmla="*/ 1916430 h 4804410"/>
                      <a:gd name="connsiteX136" fmla="*/ 9517380 w 10355580"/>
                      <a:gd name="connsiteY136" fmla="*/ 1668780 h 4804410"/>
                      <a:gd name="connsiteX137" fmla="*/ 9574530 w 10355580"/>
                      <a:gd name="connsiteY137" fmla="*/ 621030 h 4804410"/>
                      <a:gd name="connsiteX138" fmla="*/ 9612630 w 10355580"/>
                      <a:gd name="connsiteY138" fmla="*/ 1802130 h 4804410"/>
                      <a:gd name="connsiteX139" fmla="*/ 9639300 w 10355580"/>
                      <a:gd name="connsiteY139" fmla="*/ 2320290 h 4804410"/>
                      <a:gd name="connsiteX140" fmla="*/ 9711690 w 10355580"/>
                      <a:gd name="connsiteY140" fmla="*/ 1535430 h 4804410"/>
                      <a:gd name="connsiteX141" fmla="*/ 9765030 w 10355580"/>
                      <a:gd name="connsiteY141" fmla="*/ 182880 h 4804410"/>
                      <a:gd name="connsiteX142" fmla="*/ 9841230 w 10355580"/>
                      <a:gd name="connsiteY142" fmla="*/ 278130 h 4804410"/>
                      <a:gd name="connsiteX143" fmla="*/ 9906000 w 10355580"/>
                      <a:gd name="connsiteY143" fmla="*/ 487680 h 4804410"/>
                      <a:gd name="connsiteX144" fmla="*/ 9963150 w 10355580"/>
                      <a:gd name="connsiteY144" fmla="*/ 982980 h 4804410"/>
                      <a:gd name="connsiteX145" fmla="*/ 10027920 w 10355580"/>
                      <a:gd name="connsiteY145" fmla="*/ 3009900 h 4804410"/>
                      <a:gd name="connsiteX146" fmla="*/ 10096500 w 10355580"/>
                      <a:gd name="connsiteY146" fmla="*/ 3390900 h 4804410"/>
                      <a:gd name="connsiteX147" fmla="*/ 10165080 w 10355580"/>
                      <a:gd name="connsiteY147" fmla="*/ 2960370 h 4804410"/>
                      <a:gd name="connsiteX148" fmla="*/ 10222230 w 10355580"/>
                      <a:gd name="connsiteY148" fmla="*/ 2346960 h 4804410"/>
                      <a:gd name="connsiteX149" fmla="*/ 10302240 w 10355580"/>
                      <a:gd name="connsiteY149" fmla="*/ 2674620 h 4804410"/>
                      <a:gd name="connsiteX150" fmla="*/ 10355580 w 10355580"/>
                      <a:gd name="connsiteY150" fmla="*/ 4351020 h 4804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10355580" h="4804410" extrusionOk="0">
                        <a:moveTo>
                          <a:pt x="0" y="4701540"/>
                        </a:moveTo>
                        <a:cubicBezTo>
                          <a:pt x="72710" y="4470740"/>
                          <a:pt x="84763" y="4306710"/>
                          <a:pt x="87630" y="4168140"/>
                        </a:cubicBezTo>
                        <a:cubicBezTo>
                          <a:pt x="224309" y="3492379"/>
                          <a:pt x="149831" y="2887800"/>
                          <a:pt x="140970" y="2670810"/>
                        </a:cubicBezTo>
                        <a:cubicBezTo>
                          <a:pt x="45372" y="2399207"/>
                          <a:pt x="240849" y="1622968"/>
                          <a:pt x="175260" y="1489710"/>
                        </a:cubicBezTo>
                        <a:cubicBezTo>
                          <a:pt x="172177" y="1391440"/>
                          <a:pt x="189491" y="1041854"/>
                          <a:pt x="182880" y="769620"/>
                        </a:cubicBezTo>
                        <a:cubicBezTo>
                          <a:pt x="162415" y="489404"/>
                          <a:pt x="141753" y="289912"/>
                          <a:pt x="209550" y="0"/>
                        </a:cubicBezTo>
                        <a:cubicBezTo>
                          <a:pt x="183975" y="155180"/>
                          <a:pt x="261081" y="687127"/>
                          <a:pt x="274320" y="815340"/>
                        </a:cubicBezTo>
                        <a:cubicBezTo>
                          <a:pt x="167786" y="1407403"/>
                          <a:pt x="241497" y="2276505"/>
                          <a:pt x="335280" y="2682240"/>
                        </a:cubicBezTo>
                        <a:cubicBezTo>
                          <a:pt x="393444" y="2842448"/>
                          <a:pt x="392162" y="3411290"/>
                          <a:pt x="396240" y="3505200"/>
                        </a:cubicBezTo>
                        <a:cubicBezTo>
                          <a:pt x="422451" y="3232667"/>
                          <a:pt x="350959" y="2925849"/>
                          <a:pt x="472440" y="2465070"/>
                        </a:cubicBezTo>
                        <a:cubicBezTo>
                          <a:pt x="493512" y="2464716"/>
                          <a:pt x="516316" y="2469445"/>
                          <a:pt x="529590" y="2465070"/>
                        </a:cubicBezTo>
                        <a:cubicBezTo>
                          <a:pt x="555403" y="2315565"/>
                          <a:pt x="564672" y="2174887"/>
                          <a:pt x="598170" y="2125980"/>
                        </a:cubicBezTo>
                        <a:cubicBezTo>
                          <a:pt x="560154" y="2051161"/>
                          <a:pt x="691920" y="1726317"/>
                          <a:pt x="666750" y="1554480"/>
                        </a:cubicBezTo>
                        <a:cubicBezTo>
                          <a:pt x="670870" y="1734380"/>
                          <a:pt x="740439" y="1963200"/>
                          <a:pt x="731520" y="2145030"/>
                        </a:cubicBezTo>
                        <a:cubicBezTo>
                          <a:pt x="696536" y="2563820"/>
                          <a:pt x="644386" y="3306441"/>
                          <a:pt x="788670" y="3684270"/>
                        </a:cubicBezTo>
                        <a:cubicBezTo>
                          <a:pt x="785440" y="3907398"/>
                          <a:pt x="842206" y="4039228"/>
                          <a:pt x="864870" y="4171950"/>
                        </a:cubicBezTo>
                        <a:cubicBezTo>
                          <a:pt x="874903" y="4144672"/>
                          <a:pt x="884773" y="4050219"/>
                          <a:pt x="918210" y="3992880"/>
                        </a:cubicBezTo>
                        <a:cubicBezTo>
                          <a:pt x="889615" y="3557325"/>
                          <a:pt x="1072847" y="3103094"/>
                          <a:pt x="986790" y="2804160"/>
                        </a:cubicBezTo>
                        <a:cubicBezTo>
                          <a:pt x="1000741" y="2816569"/>
                          <a:pt x="1035253" y="2911533"/>
                          <a:pt x="1059180" y="2933700"/>
                        </a:cubicBezTo>
                        <a:cubicBezTo>
                          <a:pt x="1133848" y="3453163"/>
                          <a:pt x="1043069" y="3475831"/>
                          <a:pt x="1120140" y="4011930"/>
                        </a:cubicBezTo>
                        <a:cubicBezTo>
                          <a:pt x="1163549" y="4097098"/>
                          <a:pt x="1166883" y="4224060"/>
                          <a:pt x="1184910" y="4293870"/>
                        </a:cubicBezTo>
                        <a:cubicBezTo>
                          <a:pt x="1216256" y="4274371"/>
                          <a:pt x="1234418" y="4265173"/>
                          <a:pt x="1261110" y="4251960"/>
                        </a:cubicBezTo>
                        <a:cubicBezTo>
                          <a:pt x="1281426" y="4314978"/>
                          <a:pt x="1313556" y="4344010"/>
                          <a:pt x="1371600" y="4423410"/>
                        </a:cubicBezTo>
                        <a:cubicBezTo>
                          <a:pt x="1383217" y="4331023"/>
                          <a:pt x="1387625" y="4285688"/>
                          <a:pt x="1443990" y="4160520"/>
                        </a:cubicBezTo>
                        <a:cubicBezTo>
                          <a:pt x="1464092" y="4212547"/>
                          <a:pt x="1511605" y="4265470"/>
                          <a:pt x="1516380" y="4290060"/>
                        </a:cubicBezTo>
                        <a:cubicBezTo>
                          <a:pt x="1529946" y="4275766"/>
                          <a:pt x="1551168" y="4255387"/>
                          <a:pt x="1573530" y="4240530"/>
                        </a:cubicBezTo>
                        <a:cubicBezTo>
                          <a:pt x="1601208" y="4261950"/>
                          <a:pt x="1631913" y="4364636"/>
                          <a:pt x="1642110" y="4450080"/>
                        </a:cubicBezTo>
                        <a:cubicBezTo>
                          <a:pt x="1662552" y="4460971"/>
                          <a:pt x="1691998" y="4470499"/>
                          <a:pt x="1703070" y="4472940"/>
                        </a:cubicBezTo>
                        <a:cubicBezTo>
                          <a:pt x="1744954" y="4380434"/>
                          <a:pt x="1766452" y="4283867"/>
                          <a:pt x="1764030" y="4236720"/>
                        </a:cubicBezTo>
                        <a:cubicBezTo>
                          <a:pt x="1775966" y="4224825"/>
                          <a:pt x="1819646" y="4196362"/>
                          <a:pt x="1828800" y="4194810"/>
                        </a:cubicBezTo>
                        <a:cubicBezTo>
                          <a:pt x="1845639" y="4201558"/>
                          <a:pt x="1873910" y="4235971"/>
                          <a:pt x="1897380" y="4248150"/>
                        </a:cubicBezTo>
                        <a:cubicBezTo>
                          <a:pt x="1910351" y="4354774"/>
                          <a:pt x="1946960" y="4377466"/>
                          <a:pt x="1958340" y="4503420"/>
                        </a:cubicBezTo>
                        <a:cubicBezTo>
                          <a:pt x="1969112" y="4518297"/>
                          <a:pt x="2007671" y="4594228"/>
                          <a:pt x="2026920" y="4610100"/>
                        </a:cubicBezTo>
                        <a:cubicBezTo>
                          <a:pt x="2029908" y="4591312"/>
                          <a:pt x="2055348" y="4559543"/>
                          <a:pt x="2080260" y="4530090"/>
                        </a:cubicBezTo>
                        <a:cubicBezTo>
                          <a:pt x="2116136" y="4491961"/>
                          <a:pt x="2148814" y="4289975"/>
                          <a:pt x="2152650" y="4240530"/>
                        </a:cubicBezTo>
                        <a:cubicBezTo>
                          <a:pt x="2115212" y="4115312"/>
                          <a:pt x="2169852" y="3896979"/>
                          <a:pt x="2225040" y="3577590"/>
                        </a:cubicBezTo>
                        <a:cubicBezTo>
                          <a:pt x="2273154" y="3681447"/>
                          <a:pt x="2274668" y="3735606"/>
                          <a:pt x="2289810" y="3806190"/>
                        </a:cubicBezTo>
                        <a:cubicBezTo>
                          <a:pt x="2351175" y="3994473"/>
                          <a:pt x="2338281" y="4202433"/>
                          <a:pt x="2350770" y="4263390"/>
                        </a:cubicBezTo>
                        <a:cubicBezTo>
                          <a:pt x="2387684" y="4215539"/>
                          <a:pt x="2428585" y="4139828"/>
                          <a:pt x="2430780" y="4122420"/>
                        </a:cubicBezTo>
                        <a:cubicBezTo>
                          <a:pt x="2446801" y="3911704"/>
                          <a:pt x="2501481" y="3758186"/>
                          <a:pt x="2484120" y="3676650"/>
                        </a:cubicBezTo>
                        <a:cubicBezTo>
                          <a:pt x="2514091" y="3741729"/>
                          <a:pt x="2547863" y="3765693"/>
                          <a:pt x="2560320" y="3798570"/>
                        </a:cubicBezTo>
                        <a:cubicBezTo>
                          <a:pt x="2590709" y="3897016"/>
                          <a:pt x="2604368" y="4019789"/>
                          <a:pt x="2625090" y="4107180"/>
                        </a:cubicBezTo>
                        <a:cubicBezTo>
                          <a:pt x="2666488" y="4187413"/>
                          <a:pt x="2656857" y="4223358"/>
                          <a:pt x="2682240" y="4293870"/>
                        </a:cubicBezTo>
                        <a:cubicBezTo>
                          <a:pt x="2688756" y="4263732"/>
                          <a:pt x="2733314" y="4216847"/>
                          <a:pt x="2750820" y="4187190"/>
                        </a:cubicBezTo>
                        <a:cubicBezTo>
                          <a:pt x="2784745" y="4228781"/>
                          <a:pt x="2789258" y="4232270"/>
                          <a:pt x="2819400" y="4282440"/>
                        </a:cubicBezTo>
                        <a:cubicBezTo>
                          <a:pt x="2827214" y="4321574"/>
                          <a:pt x="2845455" y="4429129"/>
                          <a:pt x="2872740" y="4541520"/>
                        </a:cubicBezTo>
                        <a:cubicBezTo>
                          <a:pt x="2894428" y="4524851"/>
                          <a:pt x="2920614" y="4480069"/>
                          <a:pt x="2945130" y="4419600"/>
                        </a:cubicBezTo>
                        <a:cubicBezTo>
                          <a:pt x="2962475" y="4438003"/>
                          <a:pt x="2992156" y="4453198"/>
                          <a:pt x="3013710" y="4461510"/>
                        </a:cubicBezTo>
                        <a:cubicBezTo>
                          <a:pt x="3033875" y="4442095"/>
                          <a:pt x="3042725" y="4442103"/>
                          <a:pt x="3070860" y="4423410"/>
                        </a:cubicBezTo>
                        <a:cubicBezTo>
                          <a:pt x="3094441" y="4427724"/>
                          <a:pt x="3117019" y="4444107"/>
                          <a:pt x="3150870" y="4450080"/>
                        </a:cubicBezTo>
                        <a:cubicBezTo>
                          <a:pt x="3164098" y="4481666"/>
                          <a:pt x="3180830" y="4540778"/>
                          <a:pt x="3211830" y="4587240"/>
                        </a:cubicBezTo>
                        <a:cubicBezTo>
                          <a:pt x="3222125" y="4585826"/>
                          <a:pt x="3261928" y="4579974"/>
                          <a:pt x="3276600" y="4575810"/>
                        </a:cubicBezTo>
                        <a:cubicBezTo>
                          <a:pt x="3289189" y="4534370"/>
                          <a:pt x="3322408" y="4513955"/>
                          <a:pt x="3337560" y="4465320"/>
                        </a:cubicBezTo>
                        <a:cubicBezTo>
                          <a:pt x="3344937" y="4419832"/>
                          <a:pt x="3380372" y="4327201"/>
                          <a:pt x="3394710" y="4271010"/>
                        </a:cubicBezTo>
                        <a:cubicBezTo>
                          <a:pt x="3426609" y="4310090"/>
                          <a:pt x="3524851" y="4540477"/>
                          <a:pt x="3535680" y="4621530"/>
                        </a:cubicBezTo>
                        <a:cubicBezTo>
                          <a:pt x="3550730" y="4450008"/>
                          <a:pt x="3589660" y="4410354"/>
                          <a:pt x="3596640" y="4221480"/>
                        </a:cubicBezTo>
                        <a:cubicBezTo>
                          <a:pt x="3609596" y="4170017"/>
                          <a:pt x="3631070" y="4041494"/>
                          <a:pt x="3657600" y="3981450"/>
                        </a:cubicBezTo>
                        <a:cubicBezTo>
                          <a:pt x="3680909" y="3951171"/>
                          <a:pt x="3721558" y="3929934"/>
                          <a:pt x="3729990" y="3920490"/>
                        </a:cubicBezTo>
                        <a:cubicBezTo>
                          <a:pt x="3733106" y="3943237"/>
                          <a:pt x="3770031" y="3992997"/>
                          <a:pt x="3798570" y="4061460"/>
                        </a:cubicBezTo>
                        <a:cubicBezTo>
                          <a:pt x="3824766" y="3936656"/>
                          <a:pt x="3835961" y="3863472"/>
                          <a:pt x="3851910" y="3672840"/>
                        </a:cubicBezTo>
                        <a:cubicBezTo>
                          <a:pt x="3840934" y="3792046"/>
                          <a:pt x="3911864" y="4197226"/>
                          <a:pt x="3928110" y="4263390"/>
                        </a:cubicBezTo>
                        <a:cubicBezTo>
                          <a:pt x="3950709" y="4265216"/>
                          <a:pt x="3960480" y="4266299"/>
                          <a:pt x="3977640" y="4271010"/>
                        </a:cubicBezTo>
                        <a:cubicBezTo>
                          <a:pt x="4003370" y="4343359"/>
                          <a:pt x="4017222" y="4376832"/>
                          <a:pt x="4046220" y="4434840"/>
                        </a:cubicBezTo>
                        <a:cubicBezTo>
                          <a:pt x="4072601" y="4427422"/>
                          <a:pt x="4081290" y="4422775"/>
                          <a:pt x="4107180" y="4404360"/>
                        </a:cubicBezTo>
                        <a:cubicBezTo>
                          <a:pt x="4145460" y="4356352"/>
                          <a:pt x="4161491" y="4320880"/>
                          <a:pt x="4171950" y="4274820"/>
                        </a:cubicBezTo>
                        <a:cubicBezTo>
                          <a:pt x="4195296" y="4244224"/>
                          <a:pt x="4234685" y="4193560"/>
                          <a:pt x="4240530" y="4164330"/>
                        </a:cubicBezTo>
                        <a:cubicBezTo>
                          <a:pt x="4238798" y="4256506"/>
                          <a:pt x="4272102" y="4374299"/>
                          <a:pt x="4312920" y="4499610"/>
                        </a:cubicBezTo>
                        <a:cubicBezTo>
                          <a:pt x="4328119" y="4515041"/>
                          <a:pt x="4374667" y="4540687"/>
                          <a:pt x="4381500" y="4549140"/>
                        </a:cubicBezTo>
                        <a:cubicBezTo>
                          <a:pt x="4389178" y="4543965"/>
                          <a:pt x="4410604" y="4518461"/>
                          <a:pt x="4438650" y="4495800"/>
                        </a:cubicBezTo>
                        <a:cubicBezTo>
                          <a:pt x="4463316" y="4505641"/>
                          <a:pt x="4483667" y="4501743"/>
                          <a:pt x="4507230" y="4511040"/>
                        </a:cubicBezTo>
                        <a:cubicBezTo>
                          <a:pt x="4548495" y="4588467"/>
                          <a:pt x="4532955" y="4728044"/>
                          <a:pt x="4568190" y="4804410"/>
                        </a:cubicBezTo>
                        <a:cubicBezTo>
                          <a:pt x="4603034" y="4711897"/>
                          <a:pt x="4618911" y="4672752"/>
                          <a:pt x="4629150" y="4602480"/>
                        </a:cubicBezTo>
                        <a:cubicBezTo>
                          <a:pt x="4654407" y="4623671"/>
                          <a:pt x="4691804" y="4695250"/>
                          <a:pt x="4701540" y="4709160"/>
                        </a:cubicBezTo>
                        <a:cubicBezTo>
                          <a:pt x="4717048" y="4656061"/>
                          <a:pt x="4735192" y="4598893"/>
                          <a:pt x="4762500" y="4491990"/>
                        </a:cubicBezTo>
                        <a:cubicBezTo>
                          <a:pt x="4779067" y="4501076"/>
                          <a:pt x="4801892" y="4511905"/>
                          <a:pt x="4827270" y="4514850"/>
                        </a:cubicBezTo>
                        <a:cubicBezTo>
                          <a:pt x="4857853" y="4471801"/>
                          <a:pt x="4870149" y="4444761"/>
                          <a:pt x="4892040" y="4431030"/>
                        </a:cubicBezTo>
                        <a:cubicBezTo>
                          <a:pt x="4905016" y="4428292"/>
                          <a:pt x="4930168" y="4419217"/>
                          <a:pt x="4953000" y="4404360"/>
                        </a:cubicBezTo>
                        <a:cubicBezTo>
                          <a:pt x="4978522" y="4415577"/>
                          <a:pt x="4995489" y="4424002"/>
                          <a:pt x="5029200" y="4434840"/>
                        </a:cubicBezTo>
                        <a:cubicBezTo>
                          <a:pt x="5049395" y="4465137"/>
                          <a:pt x="5061202" y="4477751"/>
                          <a:pt x="5082540" y="4495800"/>
                        </a:cubicBezTo>
                        <a:cubicBezTo>
                          <a:pt x="5101294" y="4501129"/>
                          <a:pt x="5129824" y="4497896"/>
                          <a:pt x="5147310" y="4503420"/>
                        </a:cubicBezTo>
                        <a:cubicBezTo>
                          <a:pt x="5169474" y="4496089"/>
                          <a:pt x="5204011" y="4460403"/>
                          <a:pt x="5223510" y="4457700"/>
                        </a:cubicBezTo>
                        <a:cubicBezTo>
                          <a:pt x="5260637" y="4463687"/>
                          <a:pt x="5300409" y="4499849"/>
                          <a:pt x="5372100" y="4545330"/>
                        </a:cubicBezTo>
                        <a:cubicBezTo>
                          <a:pt x="5384060" y="4549630"/>
                          <a:pt x="5412946" y="4542738"/>
                          <a:pt x="5421630" y="4545330"/>
                        </a:cubicBezTo>
                        <a:cubicBezTo>
                          <a:pt x="5447921" y="4575454"/>
                          <a:pt x="5463088" y="4601930"/>
                          <a:pt x="5490210" y="4652010"/>
                        </a:cubicBezTo>
                        <a:cubicBezTo>
                          <a:pt x="5506079" y="4656893"/>
                          <a:pt x="5540728" y="4663428"/>
                          <a:pt x="5547360" y="4659630"/>
                        </a:cubicBezTo>
                        <a:cubicBezTo>
                          <a:pt x="5543336" y="4606868"/>
                          <a:pt x="5592409" y="4444471"/>
                          <a:pt x="5596890" y="4373880"/>
                        </a:cubicBezTo>
                        <a:cubicBezTo>
                          <a:pt x="5622660" y="4382107"/>
                          <a:pt x="5637329" y="4382613"/>
                          <a:pt x="5669280" y="4392930"/>
                        </a:cubicBezTo>
                        <a:cubicBezTo>
                          <a:pt x="5669013" y="4413177"/>
                          <a:pt x="5719486" y="4487485"/>
                          <a:pt x="5737860" y="4499610"/>
                        </a:cubicBezTo>
                        <a:cubicBezTo>
                          <a:pt x="5761736" y="4502332"/>
                          <a:pt x="5797619" y="4524179"/>
                          <a:pt x="5806440" y="4522470"/>
                        </a:cubicBezTo>
                        <a:cubicBezTo>
                          <a:pt x="5816664" y="4534248"/>
                          <a:pt x="5861833" y="4564771"/>
                          <a:pt x="5867400" y="4575810"/>
                        </a:cubicBezTo>
                        <a:cubicBezTo>
                          <a:pt x="5879565" y="4575482"/>
                          <a:pt x="5912453" y="4589933"/>
                          <a:pt x="5939790" y="4591050"/>
                        </a:cubicBezTo>
                        <a:cubicBezTo>
                          <a:pt x="5963643" y="4548318"/>
                          <a:pt x="6007159" y="4521440"/>
                          <a:pt x="6008370" y="4507230"/>
                        </a:cubicBezTo>
                        <a:cubicBezTo>
                          <a:pt x="6054419" y="4499838"/>
                          <a:pt x="6086833" y="4508254"/>
                          <a:pt x="6164580" y="4514850"/>
                        </a:cubicBezTo>
                        <a:cubicBezTo>
                          <a:pt x="6178661" y="4526092"/>
                          <a:pt x="6226630" y="4553890"/>
                          <a:pt x="6248400" y="4560570"/>
                        </a:cubicBezTo>
                        <a:cubicBezTo>
                          <a:pt x="6286625" y="4548396"/>
                          <a:pt x="6314821" y="4518114"/>
                          <a:pt x="6332220" y="4514850"/>
                        </a:cubicBezTo>
                        <a:cubicBezTo>
                          <a:pt x="6353629" y="4522162"/>
                          <a:pt x="6377507" y="4525570"/>
                          <a:pt x="6393180" y="4522470"/>
                        </a:cubicBezTo>
                        <a:cubicBezTo>
                          <a:pt x="6414550" y="4549677"/>
                          <a:pt x="6448530" y="4578830"/>
                          <a:pt x="6454140" y="4598670"/>
                        </a:cubicBezTo>
                        <a:cubicBezTo>
                          <a:pt x="6463958" y="4610659"/>
                          <a:pt x="6510223" y="4628637"/>
                          <a:pt x="6534150" y="4636770"/>
                        </a:cubicBezTo>
                        <a:cubicBezTo>
                          <a:pt x="6582942" y="4638672"/>
                          <a:pt x="6670170" y="4660836"/>
                          <a:pt x="6720840" y="4652010"/>
                        </a:cubicBezTo>
                        <a:cubicBezTo>
                          <a:pt x="6763715" y="4661764"/>
                          <a:pt x="6831391" y="4664186"/>
                          <a:pt x="6877050" y="4690110"/>
                        </a:cubicBezTo>
                        <a:cubicBezTo>
                          <a:pt x="6900063" y="4691191"/>
                          <a:pt x="6965822" y="4725244"/>
                          <a:pt x="6995160" y="4724400"/>
                        </a:cubicBezTo>
                        <a:cubicBezTo>
                          <a:pt x="7046787" y="4739478"/>
                          <a:pt x="7049633" y="4759338"/>
                          <a:pt x="7098030" y="4777740"/>
                        </a:cubicBezTo>
                        <a:cubicBezTo>
                          <a:pt x="7121776" y="4743253"/>
                          <a:pt x="7165958" y="4697273"/>
                          <a:pt x="7170420" y="4674870"/>
                        </a:cubicBezTo>
                        <a:cubicBezTo>
                          <a:pt x="7197654" y="4669537"/>
                          <a:pt x="7208095" y="4664138"/>
                          <a:pt x="7227570" y="4655820"/>
                        </a:cubicBezTo>
                        <a:cubicBezTo>
                          <a:pt x="7249728" y="4601941"/>
                          <a:pt x="7276890" y="4506590"/>
                          <a:pt x="7299960" y="4480560"/>
                        </a:cubicBezTo>
                        <a:cubicBezTo>
                          <a:pt x="7257801" y="3989767"/>
                          <a:pt x="7417229" y="3212837"/>
                          <a:pt x="7357110" y="2853690"/>
                        </a:cubicBezTo>
                        <a:cubicBezTo>
                          <a:pt x="7384733" y="2882154"/>
                          <a:pt x="7439716" y="3022898"/>
                          <a:pt x="7433310" y="3051810"/>
                        </a:cubicBezTo>
                        <a:cubicBezTo>
                          <a:pt x="7460372" y="3005654"/>
                          <a:pt x="7484807" y="2966472"/>
                          <a:pt x="7494270" y="2937510"/>
                        </a:cubicBezTo>
                        <a:cubicBezTo>
                          <a:pt x="7511741" y="2934099"/>
                          <a:pt x="7528046" y="2918898"/>
                          <a:pt x="7555230" y="2910840"/>
                        </a:cubicBezTo>
                        <a:cubicBezTo>
                          <a:pt x="7576032" y="2957680"/>
                          <a:pt x="7581973" y="2991747"/>
                          <a:pt x="7631430" y="3055620"/>
                        </a:cubicBezTo>
                        <a:cubicBezTo>
                          <a:pt x="7765112" y="2345332"/>
                          <a:pt x="7808200" y="1499149"/>
                          <a:pt x="7688580" y="781050"/>
                        </a:cubicBezTo>
                        <a:cubicBezTo>
                          <a:pt x="7701905" y="746227"/>
                          <a:pt x="7738989" y="705133"/>
                          <a:pt x="7753350" y="681990"/>
                        </a:cubicBezTo>
                        <a:cubicBezTo>
                          <a:pt x="7709869" y="908405"/>
                          <a:pt x="7955202" y="1631477"/>
                          <a:pt x="7943850" y="2225040"/>
                        </a:cubicBezTo>
                        <a:cubicBezTo>
                          <a:pt x="7996441" y="2431882"/>
                          <a:pt x="8042471" y="2586763"/>
                          <a:pt x="8081010" y="2632710"/>
                        </a:cubicBezTo>
                        <a:cubicBezTo>
                          <a:pt x="8084882" y="2849836"/>
                          <a:pt x="8117186" y="3683783"/>
                          <a:pt x="8138160" y="3901440"/>
                        </a:cubicBezTo>
                        <a:cubicBezTo>
                          <a:pt x="8190816" y="3793130"/>
                          <a:pt x="8202775" y="3642492"/>
                          <a:pt x="8214360" y="3589020"/>
                        </a:cubicBezTo>
                        <a:cubicBezTo>
                          <a:pt x="8260482" y="3733117"/>
                          <a:pt x="8256115" y="3879806"/>
                          <a:pt x="8271510" y="3950970"/>
                        </a:cubicBezTo>
                        <a:cubicBezTo>
                          <a:pt x="8283723" y="3875296"/>
                          <a:pt x="8321737" y="3752758"/>
                          <a:pt x="8340090" y="3733800"/>
                        </a:cubicBezTo>
                        <a:cubicBezTo>
                          <a:pt x="8376203" y="3597782"/>
                          <a:pt x="8385919" y="3474808"/>
                          <a:pt x="8408670" y="3394710"/>
                        </a:cubicBezTo>
                        <a:cubicBezTo>
                          <a:pt x="8411953" y="3485190"/>
                          <a:pt x="8419624" y="3648086"/>
                          <a:pt x="8469630" y="3760470"/>
                        </a:cubicBezTo>
                        <a:cubicBezTo>
                          <a:pt x="8473859" y="3772523"/>
                          <a:pt x="8509947" y="3806366"/>
                          <a:pt x="8534400" y="3844290"/>
                        </a:cubicBezTo>
                        <a:cubicBezTo>
                          <a:pt x="8555624" y="3948300"/>
                          <a:pt x="8550929" y="3960413"/>
                          <a:pt x="8599170" y="4053840"/>
                        </a:cubicBezTo>
                        <a:cubicBezTo>
                          <a:pt x="8633780" y="4099856"/>
                          <a:pt x="8627153" y="4116834"/>
                          <a:pt x="8660130" y="4152900"/>
                        </a:cubicBezTo>
                        <a:cubicBezTo>
                          <a:pt x="8686099" y="4131408"/>
                          <a:pt x="8692655" y="4113781"/>
                          <a:pt x="8728710" y="4091940"/>
                        </a:cubicBezTo>
                        <a:cubicBezTo>
                          <a:pt x="8752093" y="4000675"/>
                          <a:pt x="8773600" y="3985055"/>
                          <a:pt x="8793480" y="3909060"/>
                        </a:cubicBezTo>
                        <a:cubicBezTo>
                          <a:pt x="8808922" y="3956597"/>
                          <a:pt x="8846561" y="4017723"/>
                          <a:pt x="8862060" y="4038600"/>
                        </a:cubicBezTo>
                        <a:cubicBezTo>
                          <a:pt x="8865703" y="4138814"/>
                          <a:pt x="8922627" y="4404845"/>
                          <a:pt x="8919210" y="4457700"/>
                        </a:cubicBezTo>
                        <a:cubicBezTo>
                          <a:pt x="8932833" y="4369216"/>
                          <a:pt x="8974069" y="4172863"/>
                          <a:pt x="8995410" y="4122420"/>
                        </a:cubicBezTo>
                        <a:cubicBezTo>
                          <a:pt x="9035060" y="3986667"/>
                          <a:pt x="9034815" y="3785550"/>
                          <a:pt x="9052560" y="3569970"/>
                        </a:cubicBezTo>
                        <a:cubicBezTo>
                          <a:pt x="9053528" y="3598957"/>
                          <a:pt x="9103334" y="3776057"/>
                          <a:pt x="9132570" y="3832860"/>
                        </a:cubicBezTo>
                        <a:cubicBezTo>
                          <a:pt x="9157379" y="3820740"/>
                          <a:pt x="9177733" y="3813181"/>
                          <a:pt x="9185910" y="3813810"/>
                        </a:cubicBezTo>
                        <a:cubicBezTo>
                          <a:pt x="9213562" y="3776268"/>
                          <a:pt x="9234368" y="3676916"/>
                          <a:pt x="9246870" y="3642360"/>
                        </a:cubicBezTo>
                        <a:cubicBezTo>
                          <a:pt x="9282944" y="3583877"/>
                          <a:pt x="9308366" y="3242703"/>
                          <a:pt x="9323070" y="3169920"/>
                        </a:cubicBezTo>
                        <a:cubicBezTo>
                          <a:pt x="9328436" y="2916670"/>
                          <a:pt x="9352764" y="2730141"/>
                          <a:pt x="9361170" y="2644140"/>
                        </a:cubicBezTo>
                        <a:cubicBezTo>
                          <a:pt x="9362563" y="2599514"/>
                          <a:pt x="9353252" y="2451148"/>
                          <a:pt x="9384030" y="2373630"/>
                        </a:cubicBezTo>
                        <a:cubicBezTo>
                          <a:pt x="9379841" y="2325812"/>
                          <a:pt x="9452345" y="2108321"/>
                          <a:pt x="9441180" y="1916430"/>
                        </a:cubicBezTo>
                        <a:cubicBezTo>
                          <a:pt x="9461909" y="1883081"/>
                          <a:pt x="9477913" y="1778845"/>
                          <a:pt x="9517380" y="1668780"/>
                        </a:cubicBezTo>
                        <a:cubicBezTo>
                          <a:pt x="9533345" y="1380327"/>
                          <a:pt x="9596198" y="1048170"/>
                          <a:pt x="9574530" y="621030"/>
                        </a:cubicBezTo>
                        <a:cubicBezTo>
                          <a:pt x="9550354" y="1104866"/>
                          <a:pt x="9512040" y="1375493"/>
                          <a:pt x="9612630" y="1802130"/>
                        </a:cubicBezTo>
                        <a:cubicBezTo>
                          <a:pt x="9616426" y="1966384"/>
                          <a:pt x="9627354" y="2107998"/>
                          <a:pt x="9639300" y="2320290"/>
                        </a:cubicBezTo>
                        <a:cubicBezTo>
                          <a:pt x="9665697" y="2094957"/>
                          <a:pt x="9728776" y="1767438"/>
                          <a:pt x="9711690" y="1535430"/>
                        </a:cubicBezTo>
                        <a:cubicBezTo>
                          <a:pt x="9658818" y="896200"/>
                          <a:pt x="9742683" y="690983"/>
                          <a:pt x="9765030" y="182880"/>
                        </a:cubicBezTo>
                        <a:cubicBezTo>
                          <a:pt x="9780274" y="216904"/>
                          <a:pt x="9810521" y="229382"/>
                          <a:pt x="9841230" y="278130"/>
                        </a:cubicBezTo>
                        <a:cubicBezTo>
                          <a:pt x="9859948" y="318590"/>
                          <a:pt x="9877579" y="439881"/>
                          <a:pt x="9906000" y="487680"/>
                        </a:cubicBezTo>
                        <a:cubicBezTo>
                          <a:pt x="9929937" y="546515"/>
                          <a:pt x="9939669" y="880096"/>
                          <a:pt x="9963150" y="982980"/>
                        </a:cubicBezTo>
                        <a:cubicBezTo>
                          <a:pt x="9814913" y="1244688"/>
                          <a:pt x="9910567" y="2272422"/>
                          <a:pt x="10027920" y="3009900"/>
                        </a:cubicBezTo>
                        <a:cubicBezTo>
                          <a:pt x="10039478" y="3083898"/>
                          <a:pt x="10059595" y="3344904"/>
                          <a:pt x="10096500" y="3390900"/>
                        </a:cubicBezTo>
                        <a:cubicBezTo>
                          <a:pt x="10114952" y="3323037"/>
                          <a:pt x="10176612" y="3006689"/>
                          <a:pt x="10165080" y="2960370"/>
                        </a:cubicBezTo>
                        <a:cubicBezTo>
                          <a:pt x="10227262" y="2700202"/>
                          <a:pt x="10159898" y="2437401"/>
                          <a:pt x="10222230" y="2346960"/>
                        </a:cubicBezTo>
                        <a:cubicBezTo>
                          <a:pt x="10233648" y="2406216"/>
                          <a:pt x="10300383" y="2627914"/>
                          <a:pt x="10302240" y="2674620"/>
                        </a:cubicBezTo>
                        <a:cubicBezTo>
                          <a:pt x="10297804" y="2853237"/>
                          <a:pt x="10226977" y="3976269"/>
                          <a:pt x="10355580" y="4351020"/>
                        </a:cubicBezTo>
                      </a:path>
                    </a:pathLst>
                  </a:custGeom>
                  <ask:type>
                    <ask:lineSketchNone/>
                  </ask:type>
                </ask:lineSketchStyleProps>
              </a:ext>
            </a:extLst>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20" name="Straight Connector 19">
            <a:extLst>
              <a:ext uri="{FF2B5EF4-FFF2-40B4-BE49-F238E27FC236}">
                <a16:creationId xmlns:a16="http://schemas.microsoft.com/office/drawing/2014/main" id="{CF8BA596-493F-0790-97A5-613C8DE857D4}"/>
              </a:ext>
            </a:extLst>
          </p:cNvPr>
          <p:cNvCxnSpPr>
            <a:cxnSpLocks/>
          </p:cNvCxnSpPr>
          <p:nvPr/>
        </p:nvCxnSpPr>
        <p:spPr>
          <a:xfrm>
            <a:off x="788697" y="8640012"/>
            <a:ext cx="91440" cy="0"/>
          </a:xfrm>
          <a:prstGeom prst="line">
            <a:avLst/>
          </a:prstGeom>
          <a:noFill/>
          <a:ln w="22225" cap="rnd">
            <a:solidFill>
              <a:schemeClr val="bg1">
                <a:lumMod val="95000"/>
              </a:schemeClr>
            </a:solidFill>
            <a:round/>
            <a:extLst>
              <a:ext uri="{C807C97D-BFC1-408E-A445-0C87EB9F89A2}">
                <ask:lineSketchStyleProps xmlns:ask="http://schemas.microsoft.com/office/drawing/2018/sketchyshapes" sd="1219033472">
                  <a:custGeom>
                    <a:avLst/>
                    <a:gdLst>
                      <a:gd name="connsiteX0" fmla="*/ 0 w 10355580"/>
                      <a:gd name="connsiteY0" fmla="*/ 4701540 h 4804410"/>
                      <a:gd name="connsiteX1" fmla="*/ 87630 w 10355580"/>
                      <a:gd name="connsiteY1" fmla="*/ 4168140 h 4804410"/>
                      <a:gd name="connsiteX2" fmla="*/ 140970 w 10355580"/>
                      <a:gd name="connsiteY2" fmla="*/ 2670810 h 4804410"/>
                      <a:gd name="connsiteX3" fmla="*/ 175260 w 10355580"/>
                      <a:gd name="connsiteY3" fmla="*/ 1489710 h 4804410"/>
                      <a:gd name="connsiteX4" fmla="*/ 182880 w 10355580"/>
                      <a:gd name="connsiteY4" fmla="*/ 769620 h 4804410"/>
                      <a:gd name="connsiteX5" fmla="*/ 209550 w 10355580"/>
                      <a:gd name="connsiteY5" fmla="*/ 0 h 4804410"/>
                      <a:gd name="connsiteX6" fmla="*/ 274320 w 10355580"/>
                      <a:gd name="connsiteY6" fmla="*/ 815340 h 4804410"/>
                      <a:gd name="connsiteX7" fmla="*/ 335280 w 10355580"/>
                      <a:gd name="connsiteY7" fmla="*/ 2682240 h 4804410"/>
                      <a:gd name="connsiteX8" fmla="*/ 396240 w 10355580"/>
                      <a:gd name="connsiteY8" fmla="*/ 3505200 h 4804410"/>
                      <a:gd name="connsiteX9" fmla="*/ 472440 w 10355580"/>
                      <a:gd name="connsiteY9" fmla="*/ 2465070 h 4804410"/>
                      <a:gd name="connsiteX10" fmla="*/ 529590 w 10355580"/>
                      <a:gd name="connsiteY10" fmla="*/ 2465070 h 4804410"/>
                      <a:gd name="connsiteX11" fmla="*/ 598170 w 10355580"/>
                      <a:gd name="connsiteY11" fmla="*/ 2125980 h 4804410"/>
                      <a:gd name="connsiteX12" fmla="*/ 666750 w 10355580"/>
                      <a:gd name="connsiteY12" fmla="*/ 1554480 h 4804410"/>
                      <a:gd name="connsiteX13" fmla="*/ 731520 w 10355580"/>
                      <a:gd name="connsiteY13" fmla="*/ 2145030 h 4804410"/>
                      <a:gd name="connsiteX14" fmla="*/ 788670 w 10355580"/>
                      <a:gd name="connsiteY14" fmla="*/ 3684270 h 4804410"/>
                      <a:gd name="connsiteX15" fmla="*/ 864870 w 10355580"/>
                      <a:gd name="connsiteY15" fmla="*/ 4171950 h 4804410"/>
                      <a:gd name="connsiteX16" fmla="*/ 918210 w 10355580"/>
                      <a:gd name="connsiteY16" fmla="*/ 3992880 h 4804410"/>
                      <a:gd name="connsiteX17" fmla="*/ 986790 w 10355580"/>
                      <a:gd name="connsiteY17" fmla="*/ 2804160 h 4804410"/>
                      <a:gd name="connsiteX18" fmla="*/ 1059180 w 10355580"/>
                      <a:gd name="connsiteY18" fmla="*/ 2933700 h 4804410"/>
                      <a:gd name="connsiteX19" fmla="*/ 1120140 w 10355580"/>
                      <a:gd name="connsiteY19" fmla="*/ 4011930 h 4804410"/>
                      <a:gd name="connsiteX20" fmla="*/ 1184910 w 10355580"/>
                      <a:gd name="connsiteY20" fmla="*/ 4293870 h 4804410"/>
                      <a:gd name="connsiteX21" fmla="*/ 1261110 w 10355580"/>
                      <a:gd name="connsiteY21" fmla="*/ 4251960 h 4804410"/>
                      <a:gd name="connsiteX22" fmla="*/ 1371600 w 10355580"/>
                      <a:gd name="connsiteY22" fmla="*/ 4423410 h 4804410"/>
                      <a:gd name="connsiteX23" fmla="*/ 1443990 w 10355580"/>
                      <a:gd name="connsiteY23" fmla="*/ 4160520 h 4804410"/>
                      <a:gd name="connsiteX24" fmla="*/ 1516380 w 10355580"/>
                      <a:gd name="connsiteY24" fmla="*/ 4290060 h 4804410"/>
                      <a:gd name="connsiteX25" fmla="*/ 1573530 w 10355580"/>
                      <a:gd name="connsiteY25" fmla="*/ 4240530 h 4804410"/>
                      <a:gd name="connsiteX26" fmla="*/ 1642110 w 10355580"/>
                      <a:gd name="connsiteY26" fmla="*/ 4450080 h 4804410"/>
                      <a:gd name="connsiteX27" fmla="*/ 1703070 w 10355580"/>
                      <a:gd name="connsiteY27" fmla="*/ 4472940 h 4804410"/>
                      <a:gd name="connsiteX28" fmla="*/ 1764030 w 10355580"/>
                      <a:gd name="connsiteY28" fmla="*/ 4236720 h 4804410"/>
                      <a:gd name="connsiteX29" fmla="*/ 1828800 w 10355580"/>
                      <a:gd name="connsiteY29" fmla="*/ 4194810 h 4804410"/>
                      <a:gd name="connsiteX30" fmla="*/ 1897380 w 10355580"/>
                      <a:gd name="connsiteY30" fmla="*/ 4248150 h 4804410"/>
                      <a:gd name="connsiteX31" fmla="*/ 1958340 w 10355580"/>
                      <a:gd name="connsiteY31" fmla="*/ 4503420 h 4804410"/>
                      <a:gd name="connsiteX32" fmla="*/ 2026920 w 10355580"/>
                      <a:gd name="connsiteY32" fmla="*/ 4610100 h 4804410"/>
                      <a:gd name="connsiteX33" fmla="*/ 2080260 w 10355580"/>
                      <a:gd name="connsiteY33" fmla="*/ 4530090 h 4804410"/>
                      <a:gd name="connsiteX34" fmla="*/ 2152650 w 10355580"/>
                      <a:gd name="connsiteY34" fmla="*/ 4240530 h 4804410"/>
                      <a:gd name="connsiteX35" fmla="*/ 2225040 w 10355580"/>
                      <a:gd name="connsiteY35" fmla="*/ 3577590 h 4804410"/>
                      <a:gd name="connsiteX36" fmla="*/ 2289810 w 10355580"/>
                      <a:gd name="connsiteY36" fmla="*/ 3806190 h 4804410"/>
                      <a:gd name="connsiteX37" fmla="*/ 2350770 w 10355580"/>
                      <a:gd name="connsiteY37" fmla="*/ 4263390 h 4804410"/>
                      <a:gd name="connsiteX38" fmla="*/ 2430780 w 10355580"/>
                      <a:gd name="connsiteY38" fmla="*/ 4122420 h 4804410"/>
                      <a:gd name="connsiteX39" fmla="*/ 2484120 w 10355580"/>
                      <a:gd name="connsiteY39" fmla="*/ 3676650 h 4804410"/>
                      <a:gd name="connsiteX40" fmla="*/ 2560320 w 10355580"/>
                      <a:gd name="connsiteY40" fmla="*/ 3798570 h 4804410"/>
                      <a:gd name="connsiteX41" fmla="*/ 2625090 w 10355580"/>
                      <a:gd name="connsiteY41" fmla="*/ 4107180 h 4804410"/>
                      <a:gd name="connsiteX42" fmla="*/ 2682240 w 10355580"/>
                      <a:gd name="connsiteY42" fmla="*/ 4293870 h 4804410"/>
                      <a:gd name="connsiteX43" fmla="*/ 2750820 w 10355580"/>
                      <a:gd name="connsiteY43" fmla="*/ 4187190 h 4804410"/>
                      <a:gd name="connsiteX44" fmla="*/ 2819400 w 10355580"/>
                      <a:gd name="connsiteY44" fmla="*/ 4282440 h 4804410"/>
                      <a:gd name="connsiteX45" fmla="*/ 2872740 w 10355580"/>
                      <a:gd name="connsiteY45" fmla="*/ 4541520 h 4804410"/>
                      <a:gd name="connsiteX46" fmla="*/ 2945130 w 10355580"/>
                      <a:gd name="connsiteY46" fmla="*/ 4419600 h 4804410"/>
                      <a:gd name="connsiteX47" fmla="*/ 3013710 w 10355580"/>
                      <a:gd name="connsiteY47" fmla="*/ 4461510 h 4804410"/>
                      <a:gd name="connsiteX48" fmla="*/ 3070860 w 10355580"/>
                      <a:gd name="connsiteY48" fmla="*/ 4423410 h 4804410"/>
                      <a:gd name="connsiteX49" fmla="*/ 3150870 w 10355580"/>
                      <a:gd name="connsiteY49" fmla="*/ 4450080 h 4804410"/>
                      <a:gd name="connsiteX50" fmla="*/ 3211830 w 10355580"/>
                      <a:gd name="connsiteY50" fmla="*/ 4587240 h 4804410"/>
                      <a:gd name="connsiteX51" fmla="*/ 3276600 w 10355580"/>
                      <a:gd name="connsiteY51" fmla="*/ 4575810 h 4804410"/>
                      <a:gd name="connsiteX52" fmla="*/ 3337560 w 10355580"/>
                      <a:gd name="connsiteY52" fmla="*/ 4465320 h 4804410"/>
                      <a:gd name="connsiteX53" fmla="*/ 3394710 w 10355580"/>
                      <a:gd name="connsiteY53" fmla="*/ 4271010 h 4804410"/>
                      <a:gd name="connsiteX54" fmla="*/ 3535680 w 10355580"/>
                      <a:gd name="connsiteY54" fmla="*/ 4621530 h 4804410"/>
                      <a:gd name="connsiteX55" fmla="*/ 3596640 w 10355580"/>
                      <a:gd name="connsiteY55" fmla="*/ 4221480 h 4804410"/>
                      <a:gd name="connsiteX56" fmla="*/ 3657600 w 10355580"/>
                      <a:gd name="connsiteY56" fmla="*/ 3981450 h 4804410"/>
                      <a:gd name="connsiteX57" fmla="*/ 3729990 w 10355580"/>
                      <a:gd name="connsiteY57" fmla="*/ 3920490 h 4804410"/>
                      <a:gd name="connsiteX58" fmla="*/ 3798570 w 10355580"/>
                      <a:gd name="connsiteY58" fmla="*/ 4061460 h 4804410"/>
                      <a:gd name="connsiteX59" fmla="*/ 3851910 w 10355580"/>
                      <a:gd name="connsiteY59" fmla="*/ 3672840 h 4804410"/>
                      <a:gd name="connsiteX60" fmla="*/ 3928110 w 10355580"/>
                      <a:gd name="connsiteY60" fmla="*/ 4263390 h 4804410"/>
                      <a:gd name="connsiteX61" fmla="*/ 3977640 w 10355580"/>
                      <a:gd name="connsiteY61" fmla="*/ 4271010 h 4804410"/>
                      <a:gd name="connsiteX62" fmla="*/ 4046220 w 10355580"/>
                      <a:gd name="connsiteY62" fmla="*/ 4434840 h 4804410"/>
                      <a:gd name="connsiteX63" fmla="*/ 4107180 w 10355580"/>
                      <a:gd name="connsiteY63" fmla="*/ 4404360 h 4804410"/>
                      <a:gd name="connsiteX64" fmla="*/ 4171950 w 10355580"/>
                      <a:gd name="connsiteY64" fmla="*/ 4274820 h 4804410"/>
                      <a:gd name="connsiteX65" fmla="*/ 4240530 w 10355580"/>
                      <a:gd name="connsiteY65" fmla="*/ 4164330 h 4804410"/>
                      <a:gd name="connsiteX66" fmla="*/ 4312920 w 10355580"/>
                      <a:gd name="connsiteY66" fmla="*/ 4499610 h 4804410"/>
                      <a:gd name="connsiteX67" fmla="*/ 4381500 w 10355580"/>
                      <a:gd name="connsiteY67" fmla="*/ 4549140 h 4804410"/>
                      <a:gd name="connsiteX68" fmla="*/ 4438650 w 10355580"/>
                      <a:gd name="connsiteY68" fmla="*/ 4495800 h 4804410"/>
                      <a:gd name="connsiteX69" fmla="*/ 4507230 w 10355580"/>
                      <a:gd name="connsiteY69" fmla="*/ 4511040 h 4804410"/>
                      <a:gd name="connsiteX70" fmla="*/ 4568190 w 10355580"/>
                      <a:gd name="connsiteY70" fmla="*/ 4804410 h 4804410"/>
                      <a:gd name="connsiteX71" fmla="*/ 4629150 w 10355580"/>
                      <a:gd name="connsiteY71" fmla="*/ 4602480 h 4804410"/>
                      <a:gd name="connsiteX72" fmla="*/ 4701540 w 10355580"/>
                      <a:gd name="connsiteY72" fmla="*/ 4709160 h 4804410"/>
                      <a:gd name="connsiteX73" fmla="*/ 4762500 w 10355580"/>
                      <a:gd name="connsiteY73" fmla="*/ 4491990 h 4804410"/>
                      <a:gd name="connsiteX74" fmla="*/ 4827270 w 10355580"/>
                      <a:gd name="connsiteY74" fmla="*/ 4514850 h 4804410"/>
                      <a:gd name="connsiteX75" fmla="*/ 4892040 w 10355580"/>
                      <a:gd name="connsiteY75" fmla="*/ 4431030 h 4804410"/>
                      <a:gd name="connsiteX76" fmla="*/ 4953000 w 10355580"/>
                      <a:gd name="connsiteY76" fmla="*/ 4404360 h 4804410"/>
                      <a:gd name="connsiteX77" fmla="*/ 5029200 w 10355580"/>
                      <a:gd name="connsiteY77" fmla="*/ 4434840 h 4804410"/>
                      <a:gd name="connsiteX78" fmla="*/ 5082540 w 10355580"/>
                      <a:gd name="connsiteY78" fmla="*/ 4495800 h 4804410"/>
                      <a:gd name="connsiteX79" fmla="*/ 5147310 w 10355580"/>
                      <a:gd name="connsiteY79" fmla="*/ 4503420 h 4804410"/>
                      <a:gd name="connsiteX80" fmla="*/ 5223510 w 10355580"/>
                      <a:gd name="connsiteY80" fmla="*/ 4457700 h 4804410"/>
                      <a:gd name="connsiteX81" fmla="*/ 5372100 w 10355580"/>
                      <a:gd name="connsiteY81" fmla="*/ 4545330 h 4804410"/>
                      <a:gd name="connsiteX82" fmla="*/ 5421630 w 10355580"/>
                      <a:gd name="connsiteY82" fmla="*/ 4545330 h 4804410"/>
                      <a:gd name="connsiteX83" fmla="*/ 5490210 w 10355580"/>
                      <a:gd name="connsiteY83" fmla="*/ 4652010 h 4804410"/>
                      <a:gd name="connsiteX84" fmla="*/ 5547360 w 10355580"/>
                      <a:gd name="connsiteY84" fmla="*/ 4659630 h 4804410"/>
                      <a:gd name="connsiteX85" fmla="*/ 5596890 w 10355580"/>
                      <a:gd name="connsiteY85" fmla="*/ 4373880 h 4804410"/>
                      <a:gd name="connsiteX86" fmla="*/ 5669280 w 10355580"/>
                      <a:gd name="connsiteY86" fmla="*/ 4392930 h 4804410"/>
                      <a:gd name="connsiteX87" fmla="*/ 5737860 w 10355580"/>
                      <a:gd name="connsiteY87" fmla="*/ 4499610 h 4804410"/>
                      <a:gd name="connsiteX88" fmla="*/ 5806440 w 10355580"/>
                      <a:gd name="connsiteY88" fmla="*/ 4522470 h 4804410"/>
                      <a:gd name="connsiteX89" fmla="*/ 5867400 w 10355580"/>
                      <a:gd name="connsiteY89" fmla="*/ 4575810 h 4804410"/>
                      <a:gd name="connsiteX90" fmla="*/ 5939790 w 10355580"/>
                      <a:gd name="connsiteY90" fmla="*/ 4591050 h 4804410"/>
                      <a:gd name="connsiteX91" fmla="*/ 6008370 w 10355580"/>
                      <a:gd name="connsiteY91" fmla="*/ 4507230 h 4804410"/>
                      <a:gd name="connsiteX92" fmla="*/ 6164580 w 10355580"/>
                      <a:gd name="connsiteY92" fmla="*/ 4514850 h 4804410"/>
                      <a:gd name="connsiteX93" fmla="*/ 6248400 w 10355580"/>
                      <a:gd name="connsiteY93" fmla="*/ 4560570 h 4804410"/>
                      <a:gd name="connsiteX94" fmla="*/ 6332220 w 10355580"/>
                      <a:gd name="connsiteY94" fmla="*/ 4514850 h 4804410"/>
                      <a:gd name="connsiteX95" fmla="*/ 6393180 w 10355580"/>
                      <a:gd name="connsiteY95" fmla="*/ 4522470 h 4804410"/>
                      <a:gd name="connsiteX96" fmla="*/ 6454140 w 10355580"/>
                      <a:gd name="connsiteY96" fmla="*/ 4598670 h 4804410"/>
                      <a:gd name="connsiteX97" fmla="*/ 6534150 w 10355580"/>
                      <a:gd name="connsiteY97" fmla="*/ 4636770 h 4804410"/>
                      <a:gd name="connsiteX98" fmla="*/ 6720840 w 10355580"/>
                      <a:gd name="connsiteY98" fmla="*/ 4652010 h 4804410"/>
                      <a:gd name="connsiteX99" fmla="*/ 6877050 w 10355580"/>
                      <a:gd name="connsiteY99" fmla="*/ 4690110 h 4804410"/>
                      <a:gd name="connsiteX100" fmla="*/ 6995160 w 10355580"/>
                      <a:gd name="connsiteY100" fmla="*/ 4724400 h 4804410"/>
                      <a:gd name="connsiteX101" fmla="*/ 7098030 w 10355580"/>
                      <a:gd name="connsiteY101" fmla="*/ 4777740 h 4804410"/>
                      <a:gd name="connsiteX102" fmla="*/ 7170420 w 10355580"/>
                      <a:gd name="connsiteY102" fmla="*/ 4674870 h 4804410"/>
                      <a:gd name="connsiteX103" fmla="*/ 7227570 w 10355580"/>
                      <a:gd name="connsiteY103" fmla="*/ 4655820 h 4804410"/>
                      <a:gd name="connsiteX104" fmla="*/ 7299960 w 10355580"/>
                      <a:gd name="connsiteY104" fmla="*/ 4480560 h 4804410"/>
                      <a:gd name="connsiteX105" fmla="*/ 7357110 w 10355580"/>
                      <a:gd name="connsiteY105" fmla="*/ 2853690 h 4804410"/>
                      <a:gd name="connsiteX106" fmla="*/ 7433310 w 10355580"/>
                      <a:gd name="connsiteY106" fmla="*/ 3051810 h 4804410"/>
                      <a:gd name="connsiteX107" fmla="*/ 7494270 w 10355580"/>
                      <a:gd name="connsiteY107" fmla="*/ 2937510 h 4804410"/>
                      <a:gd name="connsiteX108" fmla="*/ 7555230 w 10355580"/>
                      <a:gd name="connsiteY108" fmla="*/ 2910840 h 4804410"/>
                      <a:gd name="connsiteX109" fmla="*/ 7631430 w 10355580"/>
                      <a:gd name="connsiteY109" fmla="*/ 3055620 h 4804410"/>
                      <a:gd name="connsiteX110" fmla="*/ 7688580 w 10355580"/>
                      <a:gd name="connsiteY110" fmla="*/ 781050 h 4804410"/>
                      <a:gd name="connsiteX111" fmla="*/ 7753350 w 10355580"/>
                      <a:gd name="connsiteY111" fmla="*/ 681990 h 4804410"/>
                      <a:gd name="connsiteX112" fmla="*/ 7943850 w 10355580"/>
                      <a:gd name="connsiteY112" fmla="*/ 2225040 h 4804410"/>
                      <a:gd name="connsiteX113" fmla="*/ 8081010 w 10355580"/>
                      <a:gd name="connsiteY113" fmla="*/ 2632710 h 4804410"/>
                      <a:gd name="connsiteX114" fmla="*/ 8138160 w 10355580"/>
                      <a:gd name="connsiteY114" fmla="*/ 3901440 h 4804410"/>
                      <a:gd name="connsiteX115" fmla="*/ 8214360 w 10355580"/>
                      <a:gd name="connsiteY115" fmla="*/ 3589020 h 4804410"/>
                      <a:gd name="connsiteX116" fmla="*/ 8271510 w 10355580"/>
                      <a:gd name="connsiteY116" fmla="*/ 3950970 h 4804410"/>
                      <a:gd name="connsiteX117" fmla="*/ 8340090 w 10355580"/>
                      <a:gd name="connsiteY117" fmla="*/ 3733800 h 4804410"/>
                      <a:gd name="connsiteX118" fmla="*/ 8408670 w 10355580"/>
                      <a:gd name="connsiteY118" fmla="*/ 3394710 h 4804410"/>
                      <a:gd name="connsiteX119" fmla="*/ 8469630 w 10355580"/>
                      <a:gd name="connsiteY119" fmla="*/ 3760470 h 4804410"/>
                      <a:gd name="connsiteX120" fmla="*/ 8534400 w 10355580"/>
                      <a:gd name="connsiteY120" fmla="*/ 3844290 h 4804410"/>
                      <a:gd name="connsiteX121" fmla="*/ 8599170 w 10355580"/>
                      <a:gd name="connsiteY121" fmla="*/ 4053840 h 4804410"/>
                      <a:gd name="connsiteX122" fmla="*/ 8660130 w 10355580"/>
                      <a:gd name="connsiteY122" fmla="*/ 4152900 h 4804410"/>
                      <a:gd name="connsiteX123" fmla="*/ 8728710 w 10355580"/>
                      <a:gd name="connsiteY123" fmla="*/ 4091940 h 4804410"/>
                      <a:gd name="connsiteX124" fmla="*/ 8793480 w 10355580"/>
                      <a:gd name="connsiteY124" fmla="*/ 3909060 h 4804410"/>
                      <a:gd name="connsiteX125" fmla="*/ 8862060 w 10355580"/>
                      <a:gd name="connsiteY125" fmla="*/ 4038600 h 4804410"/>
                      <a:gd name="connsiteX126" fmla="*/ 8919210 w 10355580"/>
                      <a:gd name="connsiteY126" fmla="*/ 4457700 h 4804410"/>
                      <a:gd name="connsiteX127" fmla="*/ 8995410 w 10355580"/>
                      <a:gd name="connsiteY127" fmla="*/ 4122420 h 4804410"/>
                      <a:gd name="connsiteX128" fmla="*/ 9052560 w 10355580"/>
                      <a:gd name="connsiteY128" fmla="*/ 3569970 h 4804410"/>
                      <a:gd name="connsiteX129" fmla="*/ 9132570 w 10355580"/>
                      <a:gd name="connsiteY129" fmla="*/ 3832860 h 4804410"/>
                      <a:gd name="connsiteX130" fmla="*/ 9185910 w 10355580"/>
                      <a:gd name="connsiteY130" fmla="*/ 3813810 h 4804410"/>
                      <a:gd name="connsiteX131" fmla="*/ 9246870 w 10355580"/>
                      <a:gd name="connsiteY131" fmla="*/ 3642360 h 4804410"/>
                      <a:gd name="connsiteX132" fmla="*/ 9323070 w 10355580"/>
                      <a:gd name="connsiteY132" fmla="*/ 3169920 h 4804410"/>
                      <a:gd name="connsiteX133" fmla="*/ 9361170 w 10355580"/>
                      <a:gd name="connsiteY133" fmla="*/ 2644140 h 4804410"/>
                      <a:gd name="connsiteX134" fmla="*/ 9384030 w 10355580"/>
                      <a:gd name="connsiteY134" fmla="*/ 2373630 h 4804410"/>
                      <a:gd name="connsiteX135" fmla="*/ 9441180 w 10355580"/>
                      <a:gd name="connsiteY135" fmla="*/ 1916430 h 4804410"/>
                      <a:gd name="connsiteX136" fmla="*/ 9517380 w 10355580"/>
                      <a:gd name="connsiteY136" fmla="*/ 1668780 h 4804410"/>
                      <a:gd name="connsiteX137" fmla="*/ 9574530 w 10355580"/>
                      <a:gd name="connsiteY137" fmla="*/ 621030 h 4804410"/>
                      <a:gd name="connsiteX138" fmla="*/ 9612630 w 10355580"/>
                      <a:gd name="connsiteY138" fmla="*/ 1802130 h 4804410"/>
                      <a:gd name="connsiteX139" fmla="*/ 9639300 w 10355580"/>
                      <a:gd name="connsiteY139" fmla="*/ 2320290 h 4804410"/>
                      <a:gd name="connsiteX140" fmla="*/ 9711690 w 10355580"/>
                      <a:gd name="connsiteY140" fmla="*/ 1535430 h 4804410"/>
                      <a:gd name="connsiteX141" fmla="*/ 9765030 w 10355580"/>
                      <a:gd name="connsiteY141" fmla="*/ 182880 h 4804410"/>
                      <a:gd name="connsiteX142" fmla="*/ 9841230 w 10355580"/>
                      <a:gd name="connsiteY142" fmla="*/ 278130 h 4804410"/>
                      <a:gd name="connsiteX143" fmla="*/ 9906000 w 10355580"/>
                      <a:gd name="connsiteY143" fmla="*/ 487680 h 4804410"/>
                      <a:gd name="connsiteX144" fmla="*/ 9963150 w 10355580"/>
                      <a:gd name="connsiteY144" fmla="*/ 982980 h 4804410"/>
                      <a:gd name="connsiteX145" fmla="*/ 10027920 w 10355580"/>
                      <a:gd name="connsiteY145" fmla="*/ 3009900 h 4804410"/>
                      <a:gd name="connsiteX146" fmla="*/ 10096500 w 10355580"/>
                      <a:gd name="connsiteY146" fmla="*/ 3390900 h 4804410"/>
                      <a:gd name="connsiteX147" fmla="*/ 10165080 w 10355580"/>
                      <a:gd name="connsiteY147" fmla="*/ 2960370 h 4804410"/>
                      <a:gd name="connsiteX148" fmla="*/ 10222230 w 10355580"/>
                      <a:gd name="connsiteY148" fmla="*/ 2346960 h 4804410"/>
                      <a:gd name="connsiteX149" fmla="*/ 10302240 w 10355580"/>
                      <a:gd name="connsiteY149" fmla="*/ 2674620 h 4804410"/>
                      <a:gd name="connsiteX150" fmla="*/ 10355580 w 10355580"/>
                      <a:gd name="connsiteY150" fmla="*/ 4351020 h 4804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10355580" h="4804410" extrusionOk="0">
                        <a:moveTo>
                          <a:pt x="0" y="4701540"/>
                        </a:moveTo>
                        <a:cubicBezTo>
                          <a:pt x="72710" y="4470740"/>
                          <a:pt x="84763" y="4306710"/>
                          <a:pt x="87630" y="4168140"/>
                        </a:cubicBezTo>
                        <a:cubicBezTo>
                          <a:pt x="224309" y="3492379"/>
                          <a:pt x="149831" y="2887800"/>
                          <a:pt x="140970" y="2670810"/>
                        </a:cubicBezTo>
                        <a:cubicBezTo>
                          <a:pt x="45372" y="2399207"/>
                          <a:pt x="240849" y="1622968"/>
                          <a:pt x="175260" y="1489710"/>
                        </a:cubicBezTo>
                        <a:cubicBezTo>
                          <a:pt x="172177" y="1391440"/>
                          <a:pt x="189491" y="1041854"/>
                          <a:pt x="182880" y="769620"/>
                        </a:cubicBezTo>
                        <a:cubicBezTo>
                          <a:pt x="162415" y="489404"/>
                          <a:pt x="141753" y="289912"/>
                          <a:pt x="209550" y="0"/>
                        </a:cubicBezTo>
                        <a:cubicBezTo>
                          <a:pt x="183975" y="155180"/>
                          <a:pt x="261081" y="687127"/>
                          <a:pt x="274320" y="815340"/>
                        </a:cubicBezTo>
                        <a:cubicBezTo>
                          <a:pt x="167786" y="1407403"/>
                          <a:pt x="241497" y="2276505"/>
                          <a:pt x="335280" y="2682240"/>
                        </a:cubicBezTo>
                        <a:cubicBezTo>
                          <a:pt x="393444" y="2842448"/>
                          <a:pt x="392162" y="3411290"/>
                          <a:pt x="396240" y="3505200"/>
                        </a:cubicBezTo>
                        <a:cubicBezTo>
                          <a:pt x="422451" y="3232667"/>
                          <a:pt x="350959" y="2925849"/>
                          <a:pt x="472440" y="2465070"/>
                        </a:cubicBezTo>
                        <a:cubicBezTo>
                          <a:pt x="493512" y="2464716"/>
                          <a:pt x="516316" y="2469445"/>
                          <a:pt x="529590" y="2465070"/>
                        </a:cubicBezTo>
                        <a:cubicBezTo>
                          <a:pt x="555403" y="2315565"/>
                          <a:pt x="564672" y="2174887"/>
                          <a:pt x="598170" y="2125980"/>
                        </a:cubicBezTo>
                        <a:cubicBezTo>
                          <a:pt x="560154" y="2051161"/>
                          <a:pt x="691920" y="1726317"/>
                          <a:pt x="666750" y="1554480"/>
                        </a:cubicBezTo>
                        <a:cubicBezTo>
                          <a:pt x="670870" y="1734380"/>
                          <a:pt x="740439" y="1963200"/>
                          <a:pt x="731520" y="2145030"/>
                        </a:cubicBezTo>
                        <a:cubicBezTo>
                          <a:pt x="696536" y="2563820"/>
                          <a:pt x="644386" y="3306441"/>
                          <a:pt x="788670" y="3684270"/>
                        </a:cubicBezTo>
                        <a:cubicBezTo>
                          <a:pt x="785440" y="3907398"/>
                          <a:pt x="842206" y="4039228"/>
                          <a:pt x="864870" y="4171950"/>
                        </a:cubicBezTo>
                        <a:cubicBezTo>
                          <a:pt x="874903" y="4144672"/>
                          <a:pt x="884773" y="4050219"/>
                          <a:pt x="918210" y="3992880"/>
                        </a:cubicBezTo>
                        <a:cubicBezTo>
                          <a:pt x="889615" y="3557325"/>
                          <a:pt x="1072847" y="3103094"/>
                          <a:pt x="986790" y="2804160"/>
                        </a:cubicBezTo>
                        <a:cubicBezTo>
                          <a:pt x="1000741" y="2816569"/>
                          <a:pt x="1035253" y="2911533"/>
                          <a:pt x="1059180" y="2933700"/>
                        </a:cubicBezTo>
                        <a:cubicBezTo>
                          <a:pt x="1133848" y="3453163"/>
                          <a:pt x="1043069" y="3475831"/>
                          <a:pt x="1120140" y="4011930"/>
                        </a:cubicBezTo>
                        <a:cubicBezTo>
                          <a:pt x="1163549" y="4097098"/>
                          <a:pt x="1166883" y="4224060"/>
                          <a:pt x="1184910" y="4293870"/>
                        </a:cubicBezTo>
                        <a:cubicBezTo>
                          <a:pt x="1216256" y="4274371"/>
                          <a:pt x="1234418" y="4265173"/>
                          <a:pt x="1261110" y="4251960"/>
                        </a:cubicBezTo>
                        <a:cubicBezTo>
                          <a:pt x="1281426" y="4314978"/>
                          <a:pt x="1313556" y="4344010"/>
                          <a:pt x="1371600" y="4423410"/>
                        </a:cubicBezTo>
                        <a:cubicBezTo>
                          <a:pt x="1383217" y="4331023"/>
                          <a:pt x="1387625" y="4285688"/>
                          <a:pt x="1443990" y="4160520"/>
                        </a:cubicBezTo>
                        <a:cubicBezTo>
                          <a:pt x="1464092" y="4212547"/>
                          <a:pt x="1511605" y="4265470"/>
                          <a:pt x="1516380" y="4290060"/>
                        </a:cubicBezTo>
                        <a:cubicBezTo>
                          <a:pt x="1529946" y="4275766"/>
                          <a:pt x="1551168" y="4255387"/>
                          <a:pt x="1573530" y="4240530"/>
                        </a:cubicBezTo>
                        <a:cubicBezTo>
                          <a:pt x="1601208" y="4261950"/>
                          <a:pt x="1631913" y="4364636"/>
                          <a:pt x="1642110" y="4450080"/>
                        </a:cubicBezTo>
                        <a:cubicBezTo>
                          <a:pt x="1662552" y="4460971"/>
                          <a:pt x="1691998" y="4470499"/>
                          <a:pt x="1703070" y="4472940"/>
                        </a:cubicBezTo>
                        <a:cubicBezTo>
                          <a:pt x="1744954" y="4380434"/>
                          <a:pt x="1766452" y="4283867"/>
                          <a:pt x="1764030" y="4236720"/>
                        </a:cubicBezTo>
                        <a:cubicBezTo>
                          <a:pt x="1775966" y="4224825"/>
                          <a:pt x="1819646" y="4196362"/>
                          <a:pt x="1828800" y="4194810"/>
                        </a:cubicBezTo>
                        <a:cubicBezTo>
                          <a:pt x="1845639" y="4201558"/>
                          <a:pt x="1873910" y="4235971"/>
                          <a:pt x="1897380" y="4248150"/>
                        </a:cubicBezTo>
                        <a:cubicBezTo>
                          <a:pt x="1910351" y="4354774"/>
                          <a:pt x="1946960" y="4377466"/>
                          <a:pt x="1958340" y="4503420"/>
                        </a:cubicBezTo>
                        <a:cubicBezTo>
                          <a:pt x="1969112" y="4518297"/>
                          <a:pt x="2007671" y="4594228"/>
                          <a:pt x="2026920" y="4610100"/>
                        </a:cubicBezTo>
                        <a:cubicBezTo>
                          <a:pt x="2029908" y="4591312"/>
                          <a:pt x="2055348" y="4559543"/>
                          <a:pt x="2080260" y="4530090"/>
                        </a:cubicBezTo>
                        <a:cubicBezTo>
                          <a:pt x="2116136" y="4491961"/>
                          <a:pt x="2148814" y="4289975"/>
                          <a:pt x="2152650" y="4240530"/>
                        </a:cubicBezTo>
                        <a:cubicBezTo>
                          <a:pt x="2115212" y="4115312"/>
                          <a:pt x="2169852" y="3896979"/>
                          <a:pt x="2225040" y="3577590"/>
                        </a:cubicBezTo>
                        <a:cubicBezTo>
                          <a:pt x="2273154" y="3681447"/>
                          <a:pt x="2274668" y="3735606"/>
                          <a:pt x="2289810" y="3806190"/>
                        </a:cubicBezTo>
                        <a:cubicBezTo>
                          <a:pt x="2351175" y="3994473"/>
                          <a:pt x="2338281" y="4202433"/>
                          <a:pt x="2350770" y="4263390"/>
                        </a:cubicBezTo>
                        <a:cubicBezTo>
                          <a:pt x="2387684" y="4215539"/>
                          <a:pt x="2428585" y="4139828"/>
                          <a:pt x="2430780" y="4122420"/>
                        </a:cubicBezTo>
                        <a:cubicBezTo>
                          <a:pt x="2446801" y="3911704"/>
                          <a:pt x="2501481" y="3758186"/>
                          <a:pt x="2484120" y="3676650"/>
                        </a:cubicBezTo>
                        <a:cubicBezTo>
                          <a:pt x="2514091" y="3741729"/>
                          <a:pt x="2547863" y="3765693"/>
                          <a:pt x="2560320" y="3798570"/>
                        </a:cubicBezTo>
                        <a:cubicBezTo>
                          <a:pt x="2590709" y="3897016"/>
                          <a:pt x="2604368" y="4019789"/>
                          <a:pt x="2625090" y="4107180"/>
                        </a:cubicBezTo>
                        <a:cubicBezTo>
                          <a:pt x="2666488" y="4187413"/>
                          <a:pt x="2656857" y="4223358"/>
                          <a:pt x="2682240" y="4293870"/>
                        </a:cubicBezTo>
                        <a:cubicBezTo>
                          <a:pt x="2688756" y="4263732"/>
                          <a:pt x="2733314" y="4216847"/>
                          <a:pt x="2750820" y="4187190"/>
                        </a:cubicBezTo>
                        <a:cubicBezTo>
                          <a:pt x="2784745" y="4228781"/>
                          <a:pt x="2789258" y="4232270"/>
                          <a:pt x="2819400" y="4282440"/>
                        </a:cubicBezTo>
                        <a:cubicBezTo>
                          <a:pt x="2827214" y="4321574"/>
                          <a:pt x="2845455" y="4429129"/>
                          <a:pt x="2872740" y="4541520"/>
                        </a:cubicBezTo>
                        <a:cubicBezTo>
                          <a:pt x="2894428" y="4524851"/>
                          <a:pt x="2920614" y="4480069"/>
                          <a:pt x="2945130" y="4419600"/>
                        </a:cubicBezTo>
                        <a:cubicBezTo>
                          <a:pt x="2962475" y="4438003"/>
                          <a:pt x="2992156" y="4453198"/>
                          <a:pt x="3013710" y="4461510"/>
                        </a:cubicBezTo>
                        <a:cubicBezTo>
                          <a:pt x="3033875" y="4442095"/>
                          <a:pt x="3042725" y="4442103"/>
                          <a:pt x="3070860" y="4423410"/>
                        </a:cubicBezTo>
                        <a:cubicBezTo>
                          <a:pt x="3094441" y="4427724"/>
                          <a:pt x="3117019" y="4444107"/>
                          <a:pt x="3150870" y="4450080"/>
                        </a:cubicBezTo>
                        <a:cubicBezTo>
                          <a:pt x="3164098" y="4481666"/>
                          <a:pt x="3180830" y="4540778"/>
                          <a:pt x="3211830" y="4587240"/>
                        </a:cubicBezTo>
                        <a:cubicBezTo>
                          <a:pt x="3222125" y="4585826"/>
                          <a:pt x="3261928" y="4579974"/>
                          <a:pt x="3276600" y="4575810"/>
                        </a:cubicBezTo>
                        <a:cubicBezTo>
                          <a:pt x="3289189" y="4534370"/>
                          <a:pt x="3322408" y="4513955"/>
                          <a:pt x="3337560" y="4465320"/>
                        </a:cubicBezTo>
                        <a:cubicBezTo>
                          <a:pt x="3344937" y="4419832"/>
                          <a:pt x="3380372" y="4327201"/>
                          <a:pt x="3394710" y="4271010"/>
                        </a:cubicBezTo>
                        <a:cubicBezTo>
                          <a:pt x="3426609" y="4310090"/>
                          <a:pt x="3524851" y="4540477"/>
                          <a:pt x="3535680" y="4621530"/>
                        </a:cubicBezTo>
                        <a:cubicBezTo>
                          <a:pt x="3550730" y="4450008"/>
                          <a:pt x="3589660" y="4410354"/>
                          <a:pt x="3596640" y="4221480"/>
                        </a:cubicBezTo>
                        <a:cubicBezTo>
                          <a:pt x="3609596" y="4170017"/>
                          <a:pt x="3631070" y="4041494"/>
                          <a:pt x="3657600" y="3981450"/>
                        </a:cubicBezTo>
                        <a:cubicBezTo>
                          <a:pt x="3680909" y="3951171"/>
                          <a:pt x="3721558" y="3929934"/>
                          <a:pt x="3729990" y="3920490"/>
                        </a:cubicBezTo>
                        <a:cubicBezTo>
                          <a:pt x="3733106" y="3943237"/>
                          <a:pt x="3770031" y="3992997"/>
                          <a:pt x="3798570" y="4061460"/>
                        </a:cubicBezTo>
                        <a:cubicBezTo>
                          <a:pt x="3824766" y="3936656"/>
                          <a:pt x="3835961" y="3863472"/>
                          <a:pt x="3851910" y="3672840"/>
                        </a:cubicBezTo>
                        <a:cubicBezTo>
                          <a:pt x="3840934" y="3792046"/>
                          <a:pt x="3911864" y="4197226"/>
                          <a:pt x="3928110" y="4263390"/>
                        </a:cubicBezTo>
                        <a:cubicBezTo>
                          <a:pt x="3950709" y="4265216"/>
                          <a:pt x="3960480" y="4266299"/>
                          <a:pt x="3977640" y="4271010"/>
                        </a:cubicBezTo>
                        <a:cubicBezTo>
                          <a:pt x="4003370" y="4343359"/>
                          <a:pt x="4017222" y="4376832"/>
                          <a:pt x="4046220" y="4434840"/>
                        </a:cubicBezTo>
                        <a:cubicBezTo>
                          <a:pt x="4072601" y="4427422"/>
                          <a:pt x="4081290" y="4422775"/>
                          <a:pt x="4107180" y="4404360"/>
                        </a:cubicBezTo>
                        <a:cubicBezTo>
                          <a:pt x="4145460" y="4356352"/>
                          <a:pt x="4161491" y="4320880"/>
                          <a:pt x="4171950" y="4274820"/>
                        </a:cubicBezTo>
                        <a:cubicBezTo>
                          <a:pt x="4195296" y="4244224"/>
                          <a:pt x="4234685" y="4193560"/>
                          <a:pt x="4240530" y="4164330"/>
                        </a:cubicBezTo>
                        <a:cubicBezTo>
                          <a:pt x="4238798" y="4256506"/>
                          <a:pt x="4272102" y="4374299"/>
                          <a:pt x="4312920" y="4499610"/>
                        </a:cubicBezTo>
                        <a:cubicBezTo>
                          <a:pt x="4328119" y="4515041"/>
                          <a:pt x="4374667" y="4540687"/>
                          <a:pt x="4381500" y="4549140"/>
                        </a:cubicBezTo>
                        <a:cubicBezTo>
                          <a:pt x="4389178" y="4543965"/>
                          <a:pt x="4410604" y="4518461"/>
                          <a:pt x="4438650" y="4495800"/>
                        </a:cubicBezTo>
                        <a:cubicBezTo>
                          <a:pt x="4463316" y="4505641"/>
                          <a:pt x="4483667" y="4501743"/>
                          <a:pt x="4507230" y="4511040"/>
                        </a:cubicBezTo>
                        <a:cubicBezTo>
                          <a:pt x="4548495" y="4588467"/>
                          <a:pt x="4532955" y="4728044"/>
                          <a:pt x="4568190" y="4804410"/>
                        </a:cubicBezTo>
                        <a:cubicBezTo>
                          <a:pt x="4603034" y="4711897"/>
                          <a:pt x="4618911" y="4672752"/>
                          <a:pt x="4629150" y="4602480"/>
                        </a:cubicBezTo>
                        <a:cubicBezTo>
                          <a:pt x="4654407" y="4623671"/>
                          <a:pt x="4691804" y="4695250"/>
                          <a:pt x="4701540" y="4709160"/>
                        </a:cubicBezTo>
                        <a:cubicBezTo>
                          <a:pt x="4717048" y="4656061"/>
                          <a:pt x="4735192" y="4598893"/>
                          <a:pt x="4762500" y="4491990"/>
                        </a:cubicBezTo>
                        <a:cubicBezTo>
                          <a:pt x="4779067" y="4501076"/>
                          <a:pt x="4801892" y="4511905"/>
                          <a:pt x="4827270" y="4514850"/>
                        </a:cubicBezTo>
                        <a:cubicBezTo>
                          <a:pt x="4857853" y="4471801"/>
                          <a:pt x="4870149" y="4444761"/>
                          <a:pt x="4892040" y="4431030"/>
                        </a:cubicBezTo>
                        <a:cubicBezTo>
                          <a:pt x="4905016" y="4428292"/>
                          <a:pt x="4930168" y="4419217"/>
                          <a:pt x="4953000" y="4404360"/>
                        </a:cubicBezTo>
                        <a:cubicBezTo>
                          <a:pt x="4978522" y="4415577"/>
                          <a:pt x="4995489" y="4424002"/>
                          <a:pt x="5029200" y="4434840"/>
                        </a:cubicBezTo>
                        <a:cubicBezTo>
                          <a:pt x="5049395" y="4465137"/>
                          <a:pt x="5061202" y="4477751"/>
                          <a:pt x="5082540" y="4495800"/>
                        </a:cubicBezTo>
                        <a:cubicBezTo>
                          <a:pt x="5101294" y="4501129"/>
                          <a:pt x="5129824" y="4497896"/>
                          <a:pt x="5147310" y="4503420"/>
                        </a:cubicBezTo>
                        <a:cubicBezTo>
                          <a:pt x="5169474" y="4496089"/>
                          <a:pt x="5204011" y="4460403"/>
                          <a:pt x="5223510" y="4457700"/>
                        </a:cubicBezTo>
                        <a:cubicBezTo>
                          <a:pt x="5260637" y="4463687"/>
                          <a:pt x="5300409" y="4499849"/>
                          <a:pt x="5372100" y="4545330"/>
                        </a:cubicBezTo>
                        <a:cubicBezTo>
                          <a:pt x="5384060" y="4549630"/>
                          <a:pt x="5412946" y="4542738"/>
                          <a:pt x="5421630" y="4545330"/>
                        </a:cubicBezTo>
                        <a:cubicBezTo>
                          <a:pt x="5447921" y="4575454"/>
                          <a:pt x="5463088" y="4601930"/>
                          <a:pt x="5490210" y="4652010"/>
                        </a:cubicBezTo>
                        <a:cubicBezTo>
                          <a:pt x="5506079" y="4656893"/>
                          <a:pt x="5540728" y="4663428"/>
                          <a:pt x="5547360" y="4659630"/>
                        </a:cubicBezTo>
                        <a:cubicBezTo>
                          <a:pt x="5543336" y="4606868"/>
                          <a:pt x="5592409" y="4444471"/>
                          <a:pt x="5596890" y="4373880"/>
                        </a:cubicBezTo>
                        <a:cubicBezTo>
                          <a:pt x="5622660" y="4382107"/>
                          <a:pt x="5637329" y="4382613"/>
                          <a:pt x="5669280" y="4392930"/>
                        </a:cubicBezTo>
                        <a:cubicBezTo>
                          <a:pt x="5669013" y="4413177"/>
                          <a:pt x="5719486" y="4487485"/>
                          <a:pt x="5737860" y="4499610"/>
                        </a:cubicBezTo>
                        <a:cubicBezTo>
                          <a:pt x="5761736" y="4502332"/>
                          <a:pt x="5797619" y="4524179"/>
                          <a:pt x="5806440" y="4522470"/>
                        </a:cubicBezTo>
                        <a:cubicBezTo>
                          <a:pt x="5816664" y="4534248"/>
                          <a:pt x="5861833" y="4564771"/>
                          <a:pt x="5867400" y="4575810"/>
                        </a:cubicBezTo>
                        <a:cubicBezTo>
                          <a:pt x="5879565" y="4575482"/>
                          <a:pt x="5912453" y="4589933"/>
                          <a:pt x="5939790" y="4591050"/>
                        </a:cubicBezTo>
                        <a:cubicBezTo>
                          <a:pt x="5963643" y="4548318"/>
                          <a:pt x="6007159" y="4521440"/>
                          <a:pt x="6008370" y="4507230"/>
                        </a:cubicBezTo>
                        <a:cubicBezTo>
                          <a:pt x="6054419" y="4499838"/>
                          <a:pt x="6086833" y="4508254"/>
                          <a:pt x="6164580" y="4514850"/>
                        </a:cubicBezTo>
                        <a:cubicBezTo>
                          <a:pt x="6178661" y="4526092"/>
                          <a:pt x="6226630" y="4553890"/>
                          <a:pt x="6248400" y="4560570"/>
                        </a:cubicBezTo>
                        <a:cubicBezTo>
                          <a:pt x="6286625" y="4548396"/>
                          <a:pt x="6314821" y="4518114"/>
                          <a:pt x="6332220" y="4514850"/>
                        </a:cubicBezTo>
                        <a:cubicBezTo>
                          <a:pt x="6353629" y="4522162"/>
                          <a:pt x="6377507" y="4525570"/>
                          <a:pt x="6393180" y="4522470"/>
                        </a:cubicBezTo>
                        <a:cubicBezTo>
                          <a:pt x="6414550" y="4549677"/>
                          <a:pt x="6448530" y="4578830"/>
                          <a:pt x="6454140" y="4598670"/>
                        </a:cubicBezTo>
                        <a:cubicBezTo>
                          <a:pt x="6463958" y="4610659"/>
                          <a:pt x="6510223" y="4628637"/>
                          <a:pt x="6534150" y="4636770"/>
                        </a:cubicBezTo>
                        <a:cubicBezTo>
                          <a:pt x="6582942" y="4638672"/>
                          <a:pt x="6670170" y="4660836"/>
                          <a:pt x="6720840" y="4652010"/>
                        </a:cubicBezTo>
                        <a:cubicBezTo>
                          <a:pt x="6763715" y="4661764"/>
                          <a:pt x="6831391" y="4664186"/>
                          <a:pt x="6877050" y="4690110"/>
                        </a:cubicBezTo>
                        <a:cubicBezTo>
                          <a:pt x="6900063" y="4691191"/>
                          <a:pt x="6965822" y="4725244"/>
                          <a:pt x="6995160" y="4724400"/>
                        </a:cubicBezTo>
                        <a:cubicBezTo>
                          <a:pt x="7046787" y="4739478"/>
                          <a:pt x="7049633" y="4759338"/>
                          <a:pt x="7098030" y="4777740"/>
                        </a:cubicBezTo>
                        <a:cubicBezTo>
                          <a:pt x="7121776" y="4743253"/>
                          <a:pt x="7165958" y="4697273"/>
                          <a:pt x="7170420" y="4674870"/>
                        </a:cubicBezTo>
                        <a:cubicBezTo>
                          <a:pt x="7197654" y="4669537"/>
                          <a:pt x="7208095" y="4664138"/>
                          <a:pt x="7227570" y="4655820"/>
                        </a:cubicBezTo>
                        <a:cubicBezTo>
                          <a:pt x="7249728" y="4601941"/>
                          <a:pt x="7276890" y="4506590"/>
                          <a:pt x="7299960" y="4480560"/>
                        </a:cubicBezTo>
                        <a:cubicBezTo>
                          <a:pt x="7257801" y="3989767"/>
                          <a:pt x="7417229" y="3212837"/>
                          <a:pt x="7357110" y="2853690"/>
                        </a:cubicBezTo>
                        <a:cubicBezTo>
                          <a:pt x="7384733" y="2882154"/>
                          <a:pt x="7439716" y="3022898"/>
                          <a:pt x="7433310" y="3051810"/>
                        </a:cubicBezTo>
                        <a:cubicBezTo>
                          <a:pt x="7460372" y="3005654"/>
                          <a:pt x="7484807" y="2966472"/>
                          <a:pt x="7494270" y="2937510"/>
                        </a:cubicBezTo>
                        <a:cubicBezTo>
                          <a:pt x="7511741" y="2934099"/>
                          <a:pt x="7528046" y="2918898"/>
                          <a:pt x="7555230" y="2910840"/>
                        </a:cubicBezTo>
                        <a:cubicBezTo>
                          <a:pt x="7576032" y="2957680"/>
                          <a:pt x="7581973" y="2991747"/>
                          <a:pt x="7631430" y="3055620"/>
                        </a:cubicBezTo>
                        <a:cubicBezTo>
                          <a:pt x="7765112" y="2345332"/>
                          <a:pt x="7808200" y="1499149"/>
                          <a:pt x="7688580" y="781050"/>
                        </a:cubicBezTo>
                        <a:cubicBezTo>
                          <a:pt x="7701905" y="746227"/>
                          <a:pt x="7738989" y="705133"/>
                          <a:pt x="7753350" y="681990"/>
                        </a:cubicBezTo>
                        <a:cubicBezTo>
                          <a:pt x="7709869" y="908405"/>
                          <a:pt x="7955202" y="1631477"/>
                          <a:pt x="7943850" y="2225040"/>
                        </a:cubicBezTo>
                        <a:cubicBezTo>
                          <a:pt x="7996441" y="2431882"/>
                          <a:pt x="8042471" y="2586763"/>
                          <a:pt x="8081010" y="2632710"/>
                        </a:cubicBezTo>
                        <a:cubicBezTo>
                          <a:pt x="8084882" y="2849836"/>
                          <a:pt x="8117186" y="3683783"/>
                          <a:pt x="8138160" y="3901440"/>
                        </a:cubicBezTo>
                        <a:cubicBezTo>
                          <a:pt x="8190816" y="3793130"/>
                          <a:pt x="8202775" y="3642492"/>
                          <a:pt x="8214360" y="3589020"/>
                        </a:cubicBezTo>
                        <a:cubicBezTo>
                          <a:pt x="8260482" y="3733117"/>
                          <a:pt x="8256115" y="3879806"/>
                          <a:pt x="8271510" y="3950970"/>
                        </a:cubicBezTo>
                        <a:cubicBezTo>
                          <a:pt x="8283723" y="3875296"/>
                          <a:pt x="8321737" y="3752758"/>
                          <a:pt x="8340090" y="3733800"/>
                        </a:cubicBezTo>
                        <a:cubicBezTo>
                          <a:pt x="8376203" y="3597782"/>
                          <a:pt x="8385919" y="3474808"/>
                          <a:pt x="8408670" y="3394710"/>
                        </a:cubicBezTo>
                        <a:cubicBezTo>
                          <a:pt x="8411953" y="3485190"/>
                          <a:pt x="8419624" y="3648086"/>
                          <a:pt x="8469630" y="3760470"/>
                        </a:cubicBezTo>
                        <a:cubicBezTo>
                          <a:pt x="8473859" y="3772523"/>
                          <a:pt x="8509947" y="3806366"/>
                          <a:pt x="8534400" y="3844290"/>
                        </a:cubicBezTo>
                        <a:cubicBezTo>
                          <a:pt x="8555624" y="3948300"/>
                          <a:pt x="8550929" y="3960413"/>
                          <a:pt x="8599170" y="4053840"/>
                        </a:cubicBezTo>
                        <a:cubicBezTo>
                          <a:pt x="8633780" y="4099856"/>
                          <a:pt x="8627153" y="4116834"/>
                          <a:pt x="8660130" y="4152900"/>
                        </a:cubicBezTo>
                        <a:cubicBezTo>
                          <a:pt x="8686099" y="4131408"/>
                          <a:pt x="8692655" y="4113781"/>
                          <a:pt x="8728710" y="4091940"/>
                        </a:cubicBezTo>
                        <a:cubicBezTo>
                          <a:pt x="8752093" y="4000675"/>
                          <a:pt x="8773600" y="3985055"/>
                          <a:pt x="8793480" y="3909060"/>
                        </a:cubicBezTo>
                        <a:cubicBezTo>
                          <a:pt x="8808922" y="3956597"/>
                          <a:pt x="8846561" y="4017723"/>
                          <a:pt x="8862060" y="4038600"/>
                        </a:cubicBezTo>
                        <a:cubicBezTo>
                          <a:pt x="8865703" y="4138814"/>
                          <a:pt x="8922627" y="4404845"/>
                          <a:pt x="8919210" y="4457700"/>
                        </a:cubicBezTo>
                        <a:cubicBezTo>
                          <a:pt x="8932833" y="4369216"/>
                          <a:pt x="8974069" y="4172863"/>
                          <a:pt x="8995410" y="4122420"/>
                        </a:cubicBezTo>
                        <a:cubicBezTo>
                          <a:pt x="9035060" y="3986667"/>
                          <a:pt x="9034815" y="3785550"/>
                          <a:pt x="9052560" y="3569970"/>
                        </a:cubicBezTo>
                        <a:cubicBezTo>
                          <a:pt x="9053528" y="3598957"/>
                          <a:pt x="9103334" y="3776057"/>
                          <a:pt x="9132570" y="3832860"/>
                        </a:cubicBezTo>
                        <a:cubicBezTo>
                          <a:pt x="9157379" y="3820740"/>
                          <a:pt x="9177733" y="3813181"/>
                          <a:pt x="9185910" y="3813810"/>
                        </a:cubicBezTo>
                        <a:cubicBezTo>
                          <a:pt x="9213562" y="3776268"/>
                          <a:pt x="9234368" y="3676916"/>
                          <a:pt x="9246870" y="3642360"/>
                        </a:cubicBezTo>
                        <a:cubicBezTo>
                          <a:pt x="9282944" y="3583877"/>
                          <a:pt x="9308366" y="3242703"/>
                          <a:pt x="9323070" y="3169920"/>
                        </a:cubicBezTo>
                        <a:cubicBezTo>
                          <a:pt x="9328436" y="2916670"/>
                          <a:pt x="9352764" y="2730141"/>
                          <a:pt x="9361170" y="2644140"/>
                        </a:cubicBezTo>
                        <a:cubicBezTo>
                          <a:pt x="9362563" y="2599514"/>
                          <a:pt x="9353252" y="2451148"/>
                          <a:pt x="9384030" y="2373630"/>
                        </a:cubicBezTo>
                        <a:cubicBezTo>
                          <a:pt x="9379841" y="2325812"/>
                          <a:pt x="9452345" y="2108321"/>
                          <a:pt x="9441180" y="1916430"/>
                        </a:cubicBezTo>
                        <a:cubicBezTo>
                          <a:pt x="9461909" y="1883081"/>
                          <a:pt x="9477913" y="1778845"/>
                          <a:pt x="9517380" y="1668780"/>
                        </a:cubicBezTo>
                        <a:cubicBezTo>
                          <a:pt x="9533345" y="1380327"/>
                          <a:pt x="9596198" y="1048170"/>
                          <a:pt x="9574530" y="621030"/>
                        </a:cubicBezTo>
                        <a:cubicBezTo>
                          <a:pt x="9550354" y="1104866"/>
                          <a:pt x="9512040" y="1375493"/>
                          <a:pt x="9612630" y="1802130"/>
                        </a:cubicBezTo>
                        <a:cubicBezTo>
                          <a:pt x="9616426" y="1966384"/>
                          <a:pt x="9627354" y="2107998"/>
                          <a:pt x="9639300" y="2320290"/>
                        </a:cubicBezTo>
                        <a:cubicBezTo>
                          <a:pt x="9665697" y="2094957"/>
                          <a:pt x="9728776" y="1767438"/>
                          <a:pt x="9711690" y="1535430"/>
                        </a:cubicBezTo>
                        <a:cubicBezTo>
                          <a:pt x="9658818" y="896200"/>
                          <a:pt x="9742683" y="690983"/>
                          <a:pt x="9765030" y="182880"/>
                        </a:cubicBezTo>
                        <a:cubicBezTo>
                          <a:pt x="9780274" y="216904"/>
                          <a:pt x="9810521" y="229382"/>
                          <a:pt x="9841230" y="278130"/>
                        </a:cubicBezTo>
                        <a:cubicBezTo>
                          <a:pt x="9859948" y="318590"/>
                          <a:pt x="9877579" y="439881"/>
                          <a:pt x="9906000" y="487680"/>
                        </a:cubicBezTo>
                        <a:cubicBezTo>
                          <a:pt x="9929937" y="546515"/>
                          <a:pt x="9939669" y="880096"/>
                          <a:pt x="9963150" y="982980"/>
                        </a:cubicBezTo>
                        <a:cubicBezTo>
                          <a:pt x="9814913" y="1244688"/>
                          <a:pt x="9910567" y="2272422"/>
                          <a:pt x="10027920" y="3009900"/>
                        </a:cubicBezTo>
                        <a:cubicBezTo>
                          <a:pt x="10039478" y="3083898"/>
                          <a:pt x="10059595" y="3344904"/>
                          <a:pt x="10096500" y="3390900"/>
                        </a:cubicBezTo>
                        <a:cubicBezTo>
                          <a:pt x="10114952" y="3323037"/>
                          <a:pt x="10176612" y="3006689"/>
                          <a:pt x="10165080" y="2960370"/>
                        </a:cubicBezTo>
                        <a:cubicBezTo>
                          <a:pt x="10227262" y="2700202"/>
                          <a:pt x="10159898" y="2437401"/>
                          <a:pt x="10222230" y="2346960"/>
                        </a:cubicBezTo>
                        <a:cubicBezTo>
                          <a:pt x="10233648" y="2406216"/>
                          <a:pt x="10300383" y="2627914"/>
                          <a:pt x="10302240" y="2674620"/>
                        </a:cubicBezTo>
                        <a:cubicBezTo>
                          <a:pt x="10297804" y="2853237"/>
                          <a:pt x="10226977" y="3976269"/>
                          <a:pt x="10355580" y="4351020"/>
                        </a:cubicBezTo>
                      </a:path>
                    </a:pathLst>
                  </a:custGeom>
                  <ask:type>
                    <ask:lineSketchNone/>
                  </ask:type>
                </ask:lineSketchStyleProps>
              </a:ext>
            </a:extLst>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10" name="Straight Connector 9">
            <a:extLst>
              <a:ext uri="{FF2B5EF4-FFF2-40B4-BE49-F238E27FC236}">
                <a16:creationId xmlns:a16="http://schemas.microsoft.com/office/drawing/2014/main" id="{A29E2D0B-9970-1247-6CB3-1DDF15991557}"/>
              </a:ext>
            </a:extLst>
          </p:cNvPr>
          <p:cNvCxnSpPr>
            <a:cxnSpLocks/>
          </p:cNvCxnSpPr>
          <p:nvPr/>
        </p:nvCxnSpPr>
        <p:spPr>
          <a:xfrm>
            <a:off x="880137" y="4828674"/>
            <a:ext cx="0" cy="5179912"/>
          </a:xfrm>
          <a:prstGeom prst="line">
            <a:avLst/>
          </a:prstGeom>
          <a:noFill/>
          <a:ln w="22225" cap="rnd">
            <a:solidFill>
              <a:schemeClr val="bg1">
                <a:lumMod val="95000"/>
              </a:schemeClr>
            </a:solidFill>
            <a:round/>
            <a:extLst>
              <a:ext uri="{C807C97D-BFC1-408E-A445-0C87EB9F89A2}">
                <ask:lineSketchStyleProps xmlns:ask="http://schemas.microsoft.com/office/drawing/2018/sketchyshapes" sd="1219033472">
                  <a:custGeom>
                    <a:avLst/>
                    <a:gdLst>
                      <a:gd name="connsiteX0" fmla="*/ 0 w 10355580"/>
                      <a:gd name="connsiteY0" fmla="*/ 4701540 h 4804410"/>
                      <a:gd name="connsiteX1" fmla="*/ 87630 w 10355580"/>
                      <a:gd name="connsiteY1" fmla="*/ 4168140 h 4804410"/>
                      <a:gd name="connsiteX2" fmla="*/ 140970 w 10355580"/>
                      <a:gd name="connsiteY2" fmla="*/ 2670810 h 4804410"/>
                      <a:gd name="connsiteX3" fmla="*/ 175260 w 10355580"/>
                      <a:gd name="connsiteY3" fmla="*/ 1489710 h 4804410"/>
                      <a:gd name="connsiteX4" fmla="*/ 182880 w 10355580"/>
                      <a:gd name="connsiteY4" fmla="*/ 769620 h 4804410"/>
                      <a:gd name="connsiteX5" fmla="*/ 209550 w 10355580"/>
                      <a:gd name="connsiteY5" fmla="*/ 0 h 4804410"/>
                      <a:gd name="connsiteX6" fmla="*/ 274320 w 10355580"/>
                      <a:gd name="connsiteY6" fmla="*/ 815340 h 4804410"/>
                      <a:gd name="connsiteX7" fmla="*/ 335280 w 10355580"/>
                      <a:gd name="connsiteY7" fmla="*/ 2682240 h 4804410"/>
                      <a:gd name="connsiteX8" fmla="*/ 396240 w 10355580"/>
                      <a:gd name="connsiteY8" fmla="*/ 3505200 h 4804410"/>
                      <a:gd name="connsiteX9" fmla="*/ 472440 w 10355580"/>
                      <a:gd name="connsiteY9" fmla="*/ 2465070 h 4804410"/>
                      <a:gd name="connsiteX10" fmla="*/ 529590 w 10355580"/>
                      <a:gd name="connsiteY10" fmla="*/ 2465070 h 4804410"/>
                      <a:gd name="connsiteX11" fmla="*/ 598170 w 10355580"/>
                      <a:gd name="connsiteY11" fmla="*/ 2125980 h 4804410"/>
                      <a:gd name="connsiteX12" fmla="*/ 666750 w 10355580"/>
                      <a:gd name="connsiteY12" fmla="*/ 1554480 h 4804410"/>
                      <a:gd name="connsiteX13" fmla="*/ 731520 w 10355580"/>
                      <a:gd name="connsiteY13" fmla="*/ 2145030 h 4804410"/>
                      <a:gd name="connsiteX14" fmla="*/ 788670 w 10355580"/>
                      <a:gd name="connsiteY14" fmla="*/ 3684270 h 4804410"/>
                      <a:gd name="connsiteX15" fmla="*/ 864870 w 10355580"/>
                      <a:gd name="connsiteY15" fmla="*/ 4171950 h 4804410"/>
                      <a:gd name="connsiteX16" fmla="*/ 918210 w 10355580"/>
                      <a:gd name="connsiteY16" fmla="*/ 3992880 h 4804410"/>
                      <a:gd name="connsiteX17" fmla="*/ 986790 w 10355580"/>
                      <a:gd name="connsiteY17" fmla="*/ 2804160 h 4804410"/>
                      <a:gd name="connsiteX18" fmla="*/ 1059180 w 10355580"/>
                      <a:gd name="connsiteY18" fmla="*/ 2933700 h 4804410"/>
                      <a:gd name="connsiteX19" fmla="*/ 1120140 w 10355580"/>
                      <a:gd name="connsiteY19" fmla="*/ 4011930 h 4804410"/>
                      <a:gd name="connsiteX20" fmla="*/ 1184910 w 10355580"/>
                      <a:gd name="connsiteY20" fmla="*/ 4293870 h 4804410"/>
                      <a:gd name="connsiteX21" fmla="*/ 1261110 w 10355580"/>
                      <a:gd name="connsiteY21" fmla="*/ 4251960 h 4804410"/>
                      <a:gd name="connsiteX22" fmla="*/ 1371600 w 10355580"/>
                      <a:gd name="connsiteY22" fmla="*/ 4423410 h 4804410"/>
                      <a:gd name="connsiteX23" fmla="*/ 1443990 w 10355580"/>
                      <a:gd name="connsiteY23" fmla="*/ 4160520 h 4804410"/>
                      <a:gd name="connsiteX24" fmla="*/ 1516380 w 10355580"/>
                      <a:gd name="connsiteY24" fmla="*/ 4290060 h 4804410"/>
                      <a:gd name="connsiteX25" fmla="*/ 1573530 w 10355580"/>
                      <a:gd name="connsiteY25" fmla="*/ 4240530 h 4804410"/>
                      <a:gd name="connsiteX26" fmla="*/ 1642110 w 10355580"/>
                      <a:gd name="connsiteY26" fmla="*/ 4450080 h 4804410"/>
                      <a:gd name="connsiteX27" fmla="*/ 1703070 w 10355580"/>
                      <a:gd name="connsiteY27" fmla="*/ 4472940 h 4804410"/>
                      <a:gd name="connsiteX28" fmla="*/ 1764030 w 10355580"/>
                      <a:gd name="connsiteY28" fmla="*/ 4236720 h 4804410"/>
                      <a:gd name="connsiteX29" fmla="*/ 1828800 w 10355580"/>
                      <a:gd name="connsiteY29" fmla="*/ 4194810 h 4804410"/>
                      <a:gd name="connsiteX30" fmla="*/ 1897380 w 10355580"/>
                      <a:gd name="connsiteY30" fmla="*/ 4248150 h 4804410"/>
                      <a:gd name="connsiteX31" fmla="*/ 1958340 w 10355580"/>
                      <a:gd name="connsiteY31" fmla="*/ 4503420 h 4804410"/>
                      <a:gd name="connsiteX32" fmla="*/ 2026920 w 10355580"/>
                      <a:gd name="connsiteY32" fmla="*/ 4610100 h 4804410"/>
                      <a:gd name="connsiteX33" fmla="*/ 2080260 w 10355580"/>
                      <a:gd name="connsiteY33" fmla="*/ 4530090 h 4804410"/>
                      <a:gd name="connsiteX34" fmla="*/ 2152650 w 10355580"/>
                      <a:gd name="connsiteY34" fmla="*/ 4240530 h 4804410"/>
                      <a:gd name="connsiteX35" fmla="*/ 2225040 w 10355580"/>
                      <a:gd name="connsiteY35" fmla="*/ 3577590 h 4804410"/>
                      <a:gd name="connsiteX36" fmla="*/ 2289810 w 10355580"/>
                      <a:gd name="connsiteY36" fmla="*/ 3806190 h 4804410"/>
                      <a:gd name="connsiteX37" fmla="*/ 2350770 w 10355580"/>
                      <a:gd name="connsiteY37" fmla="*/ 4263390 h 4804410"/>
                      <a:gd name="connsiteX38" fmla="*/ 2430780 w 10355580"/>
                      <a:gd name="connsiteY38" fmla="*/ 4122420 h 4804410"/>
                      <a:gd name="connsiteX39" fmla="*/ 2484120 w 10355580"/>
                      <a:gd name="connsiteY39" fmla="*/ 3676650 h 4804410"/>
                      <a:gd name="connsiteX40" fmla="*/ 2560320 w 10355580"/>
                      <a:gd name="connsiteY40" fmla="*/ 3798570 h 4804410"/>
                      <a:gd name="connsiteX41" fmla="*/ 2625090 w 10355580"/>
                      <a:gd name="connsiteY41" fmla="*/ 4107180 h 4804410"/>
                      <a:gd name="connsiteX42" fmla="*/ 2682240 w 10355580"/>
                      <a:gd name="connsiteY42" fmla="*/ 4293870 h 4804410"/>
                      <a:gd name="connsiteX43" fmla="*/ 2750820 w 10355580"/>
                      <a:gd name="connsiteY43" fmla="*/ 4187190 h 4804410"/>
                      <a:gd name="connsiteX44" fmla="*/ 2819400 w 10355580"/>
                      <a:gd name="connsiteY44" fmla="*/ 4282440 h 4804410"/>
                      <a:gd name="connsiteX45" fmla="*/ 2872740 w 10355580"/>
                      <a:gd name="connsiteY45" fmla="*/ 4541520 h 4804410"/>
                      <a:gd name="connsiteX46" fmla="*/ 2945130 w 10355580"/>
                      <a:gd name="connsiteY46" fmla="*/ 4419600 h 4804410"/>
                      <a:gd name="connsiteX47" fmla="*/ 3013710 w 10355580"/>
                      <a:gd name="connsiteY47" fmla="*/ 4461510 h 4804410"/>
                      <a:gd name="connsiteX48" fmla="*/ 3070860 w 10355580"/>
                      <a:gd name="connsiteY48" fmla="*/ 4423410 h 4804410"/>
                      <a:gd name="connsiteX49" fmla="*/ 3150870 w 10355580"/>
                      <a:gd name="connsiteY49" fmla="*/ 4450080 h 4804410"/>
                      <a:gd name="connsiteX50" fmla="*/ 3211830 w 10355580"/>
                      <a:gd name="connsiteY50" fmla="*/ 4587240 h 4804410"/>
                      <a:gd name="connsiteX51" fmla="*/ 3276600 w 10355580"/>
                      <a:gd name="connsiteY51" fmla="*/ 4575810 h 4804410"/>
                      <a:gd name="connsiteX52" fmla="*/ 3337560 w 10355580"/>
                      <a:gd name="connsiteY52" fmla="*/ 4465320 h 4804410"/>
                      <a:gd name="connsiteX53" fmla="*/ 3394710 w 10355580"/>
                      <a:gd name="connsiteY53" fmla="*/ 4271010 h 4804410"/>
                      <a:gd name="connsiteX54" fmla="*/ 3535680 w 10355580"/>
                      <a:gd name="connsiteY54" fmla="*/ 4621530 h 4804410"/>
                      <a:gd name="connsiteX55" fmla="*/ 3596640 w 10355580"/>
                      <a:gd name="connsiteY55" fmla="*/ 4221480 h 4804410"/>
                      <a:gd name="connsiteX56" fmla="*/ 3657600 w 10355580"/>
                      <a:gd name="connsiteY56" fmla="*/ 3981450 h 4804410"/>
                      <a:gd name="connsiteX57" fmla="*/ 3729990 w 10355580"/>
                      <a:gd name="connsiteY57" fmla="*/ 3920490 h 4804410"/>
                      <a:gd name="connsiteX58" fmla="*/ 3798570 w 10355580"/>
                      <a:gd name="connsiteY58" fmla="*/ 4061460 h 4804410"/>
                      <a:gd name="connsiteX59" fmla="*/ 3851910 w 10355580"/>
                      <a:gd name="connsiteY59" fmla="*/ 3672840 h 4804410"/>
                      <a:gd name="connsiteX60" fmla="*/ 3928110 w 10355580"/>
                      <a:gd name="connsiteY60" fmla="*/ 4263390 h 4804410"/>
                      <a:gd name="connsiteX61" fmla="*/ 3977640 w 10355580"/>
                      <a:gd name="connsiteY61" fmla="*/ 4271010 h 4804410"/>
                      <a:gd name="connsiteX62" fmla="*/ 4046220 w 10355580"/>
                      <a:gd name="connsiteY62" fmla="*/ 4434840 h 4804410"/>
                      <a:gd name="connsiteX63" fmla="*/ 4107180 w 10355580"/>
                      <a:gd name="connsiteY63" fmla="*/ 4404360 h 4804410"/>
                      <a:gd name="connsiteX64" fmla="*/ 4171950 w 10355580"/>
                      <a:gd name="connsiteY64" fmla="*/ 4274820 h 4804410"/>
                      <a:gd name="connsiteX65" fmla="*/ 4240530 w 10355580"/>
                      <a:gd name="connsiteY65" fmla="*/ 4164330 h 4804410"/>
                      <a:gd name="connsiteX66" fmla="*/ 4312920 w 10355580"/>
                      <a:gd name="connsiteY66" fmla="*/ 4499610 h 4804410"/>
                      <a:gd name="connsiteX67" fmla="*/ 4381500 w 10355580"/>
                      <a:gd name="connsiteY67" fmla="*/ 4549140 h 4804410"/>
                      <a:gd name="connsiteX68" fmla="*/ 4438650 w 10355580"/>
                      <a:gd name="connsiteY68" fmla="*/ 4495800 h 4804410"/>
                      <a:gd name="connsiteX69" fmla="*/ 4507230 w 10355580"/>
                      <a:gd name="connsiteY69" fmla="*/ 4511040 h 4804410"/>
                      <a:gd name="connsiteX70" fmla="*/ 4568190 w 10355580"/>
                      <a:gd name="connsiteY70" fmla="*/ 4804410 h 4804410"/>
                      <a:gd name="connsiteX71" fmla="*/ 4629150 w 10355580"/>
                      <a:gd name="connsiteY71" fmla="*/ 4602480 h 4804410"/>
                      <a:gd name="connsiteX72" fmla="*/ 4701540 w 10355580"/>
                      <a:gd name="connsiteY72" fmla="*/ 4709160 h 4804410"/>
                      <a:gd name="connsiteX73" fmla="*/ 4762500 w 10355580"/>
                      <a:gd name="connsiteY73" fmla="*/ 4491990 h 4804410"/>
                      <a:gd name="connsiteX74" fmla="*/ 4827270 w 10355580"/>
                      <a:gd name="connsiteY74" fmla="*/ 4514850 h 4804410"/>
                      <a:gd name="connsiteX75" fmla="*/ 4892040 w 10355580"/>
                      <a:gd name="connsiteY75" fmla="*/ 4431030 h 4804410"/>
                      <a:gd name="connsiteX76" fmla="*/ 4953000 w 10355580"/>
                      <a:gd name="connsiteY76" fmla="*/ 4404360 h 4804410"/>
                      <a:gd name="connsiteX77" fmla="*/ 5029200 w 10355580"/>
                      <a:gd name="connsiteY77" fmla="*/ 4434840 h 4804410"/>
                      <a:gd name="connsiteX78" fmla="*/ 5082540 w 10355580"/>
                      <a:gd name="connsiteY78" fmla="*/ 4495800 h 4804410"/>
                      <a:gd name="connsiteX79" fmla="*/ 5147310 w 10355580"/>
                      <a:gd name="connsiteY79" fmla="*/ 4503420 h 4804410"/>
                      <a:gd name="connsiteX80" fmla="*/ 5223510 w 10355580"/>
                      <a:gd name="connsiteY80" fmla="*/ 4457700 h 4804410"/>
                      <a:gd name="connsiteX81" fmla="*/ 5372100 w 10355580"/>
                      <a:gd name="connsiteY81" fmla="*/ 4545330 h 4804410"/>
                      <a:gd name="connsiteX82" fmla="*/ 5421630 w 10355580"/>
                      <a:gd name="connsiteY82" fmla="*/ 4545330 h 4804410"/>
                      <a:gd name="connsiteX83" fmla="*/ 5490210 w 10355580"/>
                      <a:gd name="connsiteY83" fmla="*/ 4652010 h 4804410"/>
                      <a:gd name="connsiteX84" fmla="*/ 5547360 w 10355580"/>
                      <a:gd name="connsiteY84" fmla="*/ 4659630 h 4804410"/>
                      <a:gd name="connsiteX85" fmla="*/ 5596890 w 10355580"/>
                      <a:gd name="connsiteY85" fmla="*/ 4373880 h 4804410"/>
                      <a:gd name="connsiteX86" fmla="*/ 5669280 w 10355580"/>
                      <a:gd name="connsiteY86" fmla="*/ 4392930 h 4804410"/>
                      <a:gd name="connsiteX87" fmla="*/ 5737860 w 10355580"/>
                      <a:gd name="connsiteY87" fmla="*/ 4499610 h 4804410"/>
                      <a:gd name="connsiteX88" fmla="*/ 5806440 w 10355580"/>
                      <a:gd name="connsiteY88" fmla="*/ 4522470 h 4804410"/>
                      <a:gd name="connsiteX89" fmla="*/ 5867400 w 10355580"/>
                      <a:gd name="connsiteY89" fmla="*/ 4575810 h 4804410"/>
                      <a:gd name="connsiteX90" fmla="*/ 5939790 w 10355580"/>
                      <a:gd name="connsiteY90" fmla="*/ 4591050 h 4804410"/>
                      <a:gd name="connsiteX91" fmla="*/ 6008370 w 10355580"/>
                      <a:gd name="connsiteY91" fmla="*/ 4507230 h 4804410"/>
                      <a:gd name="connsiteX92" fmla="*/ 6164580 w 10355580"/>
                      <a:gd name="connsiteY92" fmla="*/ 4514850 h 4804410"/>
                      <a:gd name="connsiteX93" fmla="*/ 6248400 w 10355580"/>
                      <a:gd name="connsiteY93" fmla="*/ 4560570 h 4804410"/>
                      <a:gd name="connsiteX94" fmla="*/ 6332220 w 10355580"/>
                      <a:gd name="connsiteY94" fmla="*/ 4514850 h 4804410"/>
                      <a:gd name="connsiteX95" fmla="*/ 6393180 w 10355580"/>
                      <a:gd name="connsiteY95" fmla="*/ 4522470 h 4804410"/>
                      <a:gd name="connsiteX96" fmla="*/ 6454140 w 10355580"/>
                      <a:gd name="connsiteY96" fmla="*/ 4598670 h 4804410"/>
                      <a:gd name="connsiteX97" fmla="*/ 6534150 w 10355580"/>
                      <a:gd name="connsiteY97" fmla="*/ 4636770 h 4804410"/>
                      <a:gd name="connsiteX98" fmla="*/ 6720840 w 10355580"/>
                      <a:gd name="connsiteY98" fmla="*/ 4652010 h 4804410"/>
                      <a:gd name="connsiteX99" fmla="*/ 6877050 w 10355580"/>
                      <a:gd name="connsiteY99" fmla="*/ 4690110 h 4804410"/>
                      <a:gd name="connsiteX100" fmla="*/ 6995160 w 10355580"/>
                      <a:gd name="connsiteY100" fmla="*/ 4724400 h 4804410"/>
                      <a:gd name="connsiteX101" fmla="*/ 7098030 w 10355580"/>
                      <a:gd name="connsiteY101" fmla="*/ 4777740 h 4804410"/>
                      <a:gd name="connsiteX102" fmla="*/ 7170420 w 10355580"/>
                      <a:gd name="connsiteY102" fmla="*/ 4674870 h 4804410"/>
                      <a:gd name="connsiteX103" fmla="*/ 7227570 w 10355580"/>
                      <a:gd name="connsiteY103" fmla="*/ 4655820 h 4804410"/>
                      <a:gd name="connsiteX104" fmla="*/ 7299960 w 10355580"/>
                      <a:gd name="connsiteY104" fmla="*/ 4480560 h 4804410"/>
                      <a:gd name="connsiteX105" fmla="*/ 7357110 w 10355580"/>
                      <a:gd name="connsiteY105" fmla="*/ 2853690 h 4804410"/>
                      <a:gd name="connsiteX106" fmla="*/ 7433310 w 10355580"/>
                      <a:gd name="connsiteY106" fmla="*/ 3051810 h 4804410"/>
                      <a:gd name="connsiteX107" fmla="*/ 7494270 w 10355580"/>
                      <a:gd name="connsiteY107" fmla="*/ 2937510 h 4804410"/>
                      <a:gd name="connsiteX108" fmla="*/ 7555230 w 10355580"/>
                      <a:gd name="connsiteY108" fmla="*/ 2910840 h 4804410"/>
                      <a:gd name="connsiteX109" fmla="*/ 7631430 w 10355580"/>
                      <a:gd name="connsiteY109" fmla="*/ 3055620 h 4804410"/>
                      <a:gd name="connsiteX110" fmla="*/ 7688580 w 10355580"/>
                      <a:gd name="connsiteY110" fmla="*/ 781050 h 4804410"/>
                      <a:gd name="connsiteX111" fmla="*/ 7753350 w 10355580"/>
                      <a:gd name="connsiteY111" fmla="*/ 681990 h 4804410"/>
                      <a:gd name="connsiteX112" fmla="*/ 7943850 w 10355580"/>
                      <a:gd name="connsiteY112" fmla="*/ 2225040 h 4804410"/>
                      <a:gd name="connsiteX113" fmla="*/ 8081010 w 10355580"/>
                      <a:gd name="connsiteY113" fmla="*/ 2632710 h 4804410"/>
                      <a:gd name="connsiteX114" fmla="*/ 8138160 w 10355580"/>
                      <a:gd name="connsiteY114" fmla="*/ 3901440 h 4804410"/>
                      <a:gd name="connsiteX115" fmla="*/ 8214360 w 10355580"/>
                      <a:gd name="connsiteY115" fmla="*/ 3589020 h 4804410"/>
                      <a:gd name="connsiteX116" fmla="*/ 8271510 w 10355580"/>
                      <a:gd name="connsiteY116" fmla="*/ 3950970 h 4804410"/>
                      <a:gd name="connsiteX117" fmla="*/ 8340090 w 10355580"/>
                      <a:gd name="connsiteY117" fmla="*/ 3733800 h 4804410"/>
                      <a:gd name="connsiteX118" fmla="*/ 8408670 w 10355580"/>
                      <a:gd name="connsiteY118" fmla="*/ 3394710 h 4804410"/>
                      <a:gd name="connsiteX119" fmla="*/ 8469630 w 10355580"/>
                      <a:gd name="connsiteY119" fmla="*/ 3760470 h 4804410"/>
                      <a:gd name="connsiteX120" fmla="*/ 8534400 w 10355580"/>
                      <a:gd name="connsiteY120" fmla="*/ 3844290 h 4804410"/>
                      <a:gd name="connsiteX121" fmla="*/ 8599170 w 10355580"/>
                      <a:gd name="connsiteY121" fmla="*/ 4053840 h 4804410"/>
                      <a:gd name="connsiteX122" fmla="*/ 8660130 w 10355580"/>
                      <a:gd name="connsiteY122" fmla="*/ 4152900 h 4804410"/>
                      <a:gd name="connsiteX123" fmla="*/ 8728710 w 10355580"/>
                      <a:gd name="connsiteY123" fmla="*/ 4091940 h 4804410"/>
                      <a:gd name="connsiteX124" fmla="*/ 8793480 w 10355580"/>
                      <a:gd name="connsiteY124" fmla="*/ 3909060 h 4804410"/>
                      <a:gd name="connsiteX125" fmla="*/ 8862060 w 10355580"/>
                      <a:gd name="connsiteY125" fmla="*/ 4038600 h 4804410"/>
                      <a:gd name="connsiteX126" fmla="*/ 8919210 w 10355580"/>
                      <a:gd name="connsiteY126" fmla="*/ 4457700 h 4804410"/>
                      <a:gd name="connsiteX127" fmla="*/ 8995410 w 10355580"/>
                      <a:gd name="connsiteY127" fmla="*/ 4122420 h 4804410"/>
                      <a:gd name="connsiteX128" fmla="*/ 9052560 w 10355580"/>
                      <a:gd name="connsiteY128" fmla="*/ 3569970 h 4804410"/>
                      <a:gd name="connsiteX129" fmla="*/ 9132570 w 10355580"/>
                      <a:gd name="connsiteY129" fmla="*/ 3832860 h 4804410"/>
                      <a:gd name="connsiteX130" fmla="*/ 9185910 w 10355580"/>
                      <a:gd name="connsiteY130" fmla="*/ 3813810 h 4804410"/>
                      <a:gd name="connsiteX131" fmla="*/ 9246870 w 10355580"/>
                      <a:gd name="connsiteY131" fmla="*/ 3642360 h 4804410"/>
                      <a:gd name="connsiteX132" fmla="*/ 9323070 w 10355580"/>
                      <a:gd name="connsiteY132" fmla="*/ 3169920 h 4804410"/>
                      <a:gd name="connsiteX133" fmla="*/ 9361170 w 10355580"/>
                      <a:gd name="connsiteY133" fmla="*/ 2644140 h 4804410"/>
                      <a:gd name="connsiteX134" fmla="*/ 9384030 w 10355580"/>
                      <a:gd name="connsiteY134" fmla="*/ 2373630 h 4804410"/>
                      <a:gd name="connsiteX135" fmla="*/ 9441180 w 10355580"/>
                      <a:gd name="connsiteY135" fmla="*/ 1916430 h 4804410"/>
                      <a:gd name="connsiteX136" fmla="*/ 9517380 w 10355580"/>
                      <a:gd name="connsiteY136" fmla="*/ 1668780 h 4804410"/>
                      <a:gd name="connsiteX137" fmla="*/ 9574530 w 10355580"/>
                      <a:gd name="connsiteY137" fmla="*/ 621030 h 4804410"/>
                      <a:gd name="connsiteX138" fmla="*/ 9612630 w 10355580"/>
                      <a:gd name="connsiteY138" fmla="*/ 1802130 h 4804410"/>
                      <a:gd name="connsiteX139" fmla="*/ 9639300 w 10355580"/>
                      <a:gd name="connsiteY139" fmla="*/ 2320290 h 4804410"/>
                      <a:gd name="connsiteX140" fmla="*/ 9711690 w 10355580"/>
                      <a:gd name="connsiteY140" fmla="*/ 1535430 h 4804410"/>
                      <a:gd name="connsiteX141" fmla="*/ 9765030 w 10355580"/>
                      <a:gd name="connsiteY141" fmla="*/ 182880 h 4804410"/>
                      <a:gd name="connsiteX142" fmla="*/ 9841230 w 10355580"/>
                      <a:gd name="connsiteY142" fmla="*/ 278130 h 4804410"/>
                      <a:gd name="connsiteX143" fmla="*/ 9906000 w 10355580"/>
                      <a:gd name="connsiteY143" fmla="*/ 487680 h 4804410"/>
                      <a:gd name="connsiteX144" fmla="*/ 9963150 w 10355580"/>
                      <a:gd name="connsiteY144" fmla="*/ 982980 h 4804410"/>
                      <a:gd name="connsiteX145" fmla="*/ 10027920 w 10355580"/>
                      <a:gd name="connsiteY145" fmla="*/ 3009900 h 4804410"/>
                      <a:gd name="connsiteX146" fmla="*/ 10096500 w 10355580"/>
                      <a:gd name="connsiteY146" fmla="*/ 3390900 h 4804410"/>
                      <a:gd name="connsiteX147" fmla="*/ 10165080 w 10355580"/>
                      <a:gd name="connsiteY147" fmla="*/ 2960370 h 4804410"/>
                      <a:gd name="connsiteX148" fmla="*/ 10222230 w 10355580"/>
                      <a:gd name="connsiteY148" fmla="*/ 2346960 h 4804410"/>
                      <a:gd name="connsiteX149" fmla="*/ 10302240 w 10355580"/>
                      <a:gd name="connsiteY149" fmla="*/ 2674620 h 4804410"/>
                      <a:gd name="connsiteX150" fmla="*/ 10355580 w 10355580"/>
                      <a:gd name="connsiteY150" fmla="*/ 4351020 h 4804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10355580" h="4804410" extrusionOk="0">
                        <a:moveTo>
                          <a:pt x="0" y="4701540"/>
                        </a:moveTo>
                        <a:cubicBezTo>
                          <a:pt x="72710" y="4470740"/>
                          <a:pt x="84763" y="4306710"/>
                          <a:pt x="87630" y="4168140"/>
                        </a:cubicBezTo>
                        <a:cubicBezTo>
                          <a:pt x="224309" y="3492379"/>
                          <a:pt x="149831" y="2887800"/>
                          <a:pt x="140970" y="2670810"/>
                        </a:cubicBezTo>
                        <a:cubicBezTo>
                          <a:pt x="45372" y="2399207"/>
                          <a:pt x="240849" y="1622968"/>
                          <a:pt x="175260" y="1489710"/>
                        </a:cubicBezTo>
                        <a:cubicBezTo>
                          <a:pt x="172177" y="1391440"/>
                          <a:pt x="189491" y="1041854"/>
                          <a:pt x="182880" y="769620"/>
                        </a:cubicBezTo>
                        <a:cubicBezTo>
                          <a:pt x="162415" y="489404"/>
                          <a:pt x="141753" y="289912"/>
                          <a:pt x="209550" y="0"/>
                        </a:cubicBezTo>
                        <a:cubicBezTo>
                          <a:pt x="183975" y="155180"/>
                          <a:pt x="261081" y="687127"/>
                          <a:pt x="274320" y="815340"/>
                        </a:cubicBezTo>
                        <a:cubicBezTo>
                          <a:pt x="167786" y="1407403"/>
                          <a:pt x="241497" y="2276505"/>
                          <a:pt x="335280" y="2682240"/>
                        </a:cubicBezTo>
                        <a:cubicBezTo>
                          <a:pt x="393444" y="2842448"/>
                          <a:pt x="392162" y="3411290"/>
                          <a:pt x="396240" y="3505200"/>
                        </a:cubicBezTo>
                        <a:cubicBezTo>
                          <a:pt x="422451" y="3232667"/>
                          <a:pt x="350959" y="2925849"/>
                          <a:pt x="472440" y="2465070"/>
                        </a:cubicBezTo>
                        <a:cubicBezTo>
                          <a:pt x="493512" y="2464716"/>
                          <a:pt x="516316" y="2469445"/>
                          <a:pt x="529590" y="2465070"/>
                        </a:cubicBezTo>
                        <a:cubicBezTo>
                          <a:pt x="555403" y="2315565"/>
                          <a:pt x="564672" y="2174887"/>
                          <a:pt x="598170" y="2125980"/>
                        </a:cubicBezTo>
                        <a:cubicBezTo>
                          <a:pt x="560154" y="2051161"/>
                          <a:pt x="691920" y="1726317"/>
                          <a:pt x="666750" y="1554480"/>
                        </a:cubicBezTo>
                        <a:cubicBezTo>
                          <a:pt x="670870" y="1734380"/>
                          <a:pt x="740439" y="1963200"/>
                          <a:pt x="731520" y="2145030"/>
                        </a:cubicBezTo>
                        <a:cubicBezTo>
                          <a:pt x="696536" y="2563820"/>
                          <a:pt x="644386" y="3306441"/>
                          <a:pt x="788670" y="3684270"/>
                        </a:cubicBezTo>
                        <a:cubicBezTo>
                          <a:pt x="785440" y="3907398"/>
                          <a:pt x="842206" y="4039228"/>
                          <a:pt x="864870" y="4171950"/>
                        </a:cubicBezTo>
                        <a:cubicBezTo>
                          <a:pt x="874903" y="4144672"/>
                          <a:pt x="884773" y="4050219"/>
                          <a:pt x="918210" y="3992880"/>
                        </a:cubicBezTo>
                        <a:cubicBezTo>
                          <a:pt x="889615" y="3557325"/>
                          <a:pt x="1072847" y="3103094"/>
                          <a:pt x="986790" y="2804160"/>
                        </a:cubicBezTo>
                        <a:cubicBezTo>
                          <a:pt x="1000741" y="2816569"/>
                          <a:pt x="1035253" y="2911533"/>
                          <a:pt x="1059180" y="2933700"/>
                        </a:cubicBezTo>
                        <a:cubicBezTo>
                          <a:pt x="1133848" y="3453163"/>
                          <a:pt x="1043069" y="3475831"/>
                          <a:pt x="1120140" y="4011930"/>
                        </a:cubicBezTo>
                        <a:cubicBezTo>
                          <a:pt x="1163549" y="4097098"/>
                          <a:pt x="1166883" y="4224060"/>
                          <a:pt x="1184910" y="4293870"/>
                        </a:cubicBezTo>
                        <a:cubicBezTo>
                          <a:pt x="1216256" y="4274371"/>
                          <a:pt x="1234418" y="4265173"/>
                          <a:pt x="1261110" y="4251960"/>
                        </a:cubicBezTo>
                        <a:cubicBezTo>
                          <a:pt x="1281426" y="4314978"/>
                          <a:pt x="1313556" y="4344010"/>
                          <a:pt x="1371600" y="4423410"/>
                        </a:cubicBezTo>
                        <a:cubicBezTo>
                          <a:pt x="1383217" y="4331023"/>
                          <a:pt x="1387625" y="4285688"/>
                          <a:pt x="1443990" y="4160520"/>
                        </a:cubicBezTo>
                        <a:cubicBezTo>
                          <a:pt x="1464092" y="4212547"/>
                          <a:pt x="1511605" y="4265470"/>
                          <a:pt x="1516380" y="4290060"/>
                        </a:cubicBezTo>
                        <a:cubicBezTo>
                          <a:pt x="1529946" y="4275766"/>
                          <a:pt x="1551168" y="4255387"/>
                          <a:pt x="1573530" y="4240530"/>
                        </a:cubicBezTo>
                        <a:cubicBezTo>
                          <a:pt x="1601208" y="4261950"/>
                          <a:pt x="1631913" y="4364636"/>
                          <a:pt x="1642110" y="4450080"/>
                        </a:cubicBezTo>
                        <a:cubicBezTo>
                          <a:pt x="1662552" y="4460971"/>
                          <a:pt x="1691998" y="4470499"/>
                          <a:pt x="1703070" y="4472940"/>
                        </a:cubicBezTo>
                        <a:cubicBezTo>
                          <a:pt x="1744954" y="4380434"/>
                          <a:pt x="1766452" y="4283867"/>
                          <a:pt x="1764030" y="4236720"/>
                        </a:cubicBezTo>
                        <a:cubicBezTo>
                          <a:pt x="1775966" y="4224825"/>
                          <a:pt x="1819646" y="4196362"/>
                          <a:pt x="1828800" y="4194810"/>
                        </a:cubicBezTo>
                        <a:cubicBezTo>
                          <a:pt x="1845639" y="4201558"/>
                          <a:pt x="1873910" y="4235971"/>
                          <a:pt x="1897380" y="4248150"/>
                        </a:cubicBezTo>
                        <a:cubicBezTo>
                          <a:pt x="1910351" y="4354774"/>
                          <a:pt x="1946960" y="4377466"/>
                          <a:pt x="1958340" y="4503420"/>
                        </a:cubicBezTo>
                        <a:cubicBezTo>
                          <a:pt x="1969112" y="4518297"/>
                          <a:pt x="2007671" y="4594228"/>
                          <a:pt x="2026920" y="4610100"/>
                        </a:cubicBezTo>
                        <a:cubicBezTo>
                          <a:pt x="2029908" y="4591312"/>
                          <a:pt x="2055348" y="4559543"/>
                          <a:pt x="2080260" y="4530090"/>
                        </a:cubicBezTo>
                        <a:cubicBezTo>
                          <a:pt x="2116136" y="4491961"/>
                          <a:pt x="2148814" y="4289975"/>
                          <a:pt x="2152650" y="4240530"/>
                        </a:cubicBezTo>
                        <a:cubicBezTo>
                          <a:pt x="2115212" y="4115312"/>
                          <a:pt x="2169852" y="3896979"/>
                          <a:pt x="2225040" y="3577590"/>
                        </a:cubicBezTo>
                        <a:cubicBezTo>
                          <a:pt x="2273154" y="3681447"/>
                          <a:pt x="2274668" y="3735606"/>
                          <a:pt x="2289810" y="3806190"/>
                        </a:cubicBezTo>
                        <a:cubicBezTo>
                          <a:pt x="2351175" y="3994473"/>
                          <a:pt x="2338281" y="4202433"/>
                          <a:pt x="2350770" y="4263390"/>
                        </a:cubicBezTo>
                        <a:cubicBezTo>
                          <a:pt x="2387684" y="4215539"/>
                          <a:pt x="2428585" y="4139828"/>
                          <a:pt x="2430780" y="4122420"/>
                        </a:cubicBezTo>
                        <a:cubicBezTo>
                          <a:pt x="2446801" y="3911704"/>
                          <a:pt x="2501481" y="3758186"/>
                          <a:pt x="2484120" y="3676650"/>
                        </a:cubicBezTo>
                        <a:cubicBezTo>
                          <a:pt x="2514091" y="3741729"/>
                          <a:pt x="2547863" y="3765693"/>
                          <a:pt x="2560320" y="3798570"/>
                        </a:cubicBezTo>
                        <a:cubicBezTo>
                          <a:pt x="2590709" y="3897016"/>
                          <a:pt x="2604368" y="4019789"/>
                          <a:pt x="2625090" y="4107180"/>
                        </a:cubicBezTo>
                        <a:cubicBezTo>
                          <a:pt x="2666488" y="4187413"/>
                          <a:pt x="2656857" y="4223358"/>
                          <a:pt x="2682240" y="4293870"/>
                        </a:cubicBezTo>
                        <a:cubicBezTo>
                          <a:pt x="2688756" y="4263732"/>
                          <a:pt x="2733314" y="4216847"/>
                          <a:pt x="2750820" y="4187190"/>
                        </a:cubicBezTo>
                        <a:cubicBezTo>
                          <a:pt x="2784745" y="4228781"/>
                          <a:pt x="2789258" y="4232270"/>
                          <a:pt x="2819400" y="4282440"/>
                        </a:cubicBezTo>
                        <a:cubicBezTo>
                          <a:pt x="2827214" y="4321574"/>
                          <a:pt x="2845455" y="4429129"/>
                          <a:pt x="2872740" y="4541520"/>
                        </a:cubicBezTo>
                        <a:cubicBezTo>
                          <a:pt x="2894428" y="4524851"/>
                          <a:pt x="2920614" y="4480069"/>
                          <a:pt x="2945130" y="4419600"/>
                        </a:cubicBezTo>
                        <a:cubicBezTo>
                          <a:pt x="2962475" y="4438003"/>
                          <a:pt x="2992156" y="4453198"/>
                          <a:pt x="3013710" y="4461510"/>
                        </a:cubicBezTo>
                        <a:cubicBezTo>
                          <a:pt x="3033875" y="4442095"/>
                          <a:pt x="3042725" y="4442103"/>
                          <a:pt x="3070860" y="4423410"/>
                        </a:cubicBezTo>
                        <a:cubicBezTo>
                          <a:pt x="3094441" y="4427724"/>
                          <a:pt x="3117019" y="4444107"/>
                          <a:pt x="3150870" y="4450080"/>
                        </a:cubicBezTo>
                        <a:cubicBezTo>
                          <a:pt x="3164098" y="4481666"/>
                          <a:pt x="3180830" y="4540778"/>
                          <a:pt x="3211830" y="4587240"/>
                        </a:cubicBezTo>
                        <a:cubicBezTo>
                          <a:pt x="3222125" y="4585826"/>
                          <a:pt x="3261928" y="4579974"/>
                          <a:pt x="3276600" y="4575810"/>
                        </a:cubicBezTo>
                        <a:cubicBezTo>
                          <a:pt x="3289189" y="4534370"/>
                          <a:pt x="3322408" y="4513955"/>
                          <a:pt x="3337560" y="4465320"/>
                        </a:cubicBezTo>
                        <a:cubicBezTo>
                          <a:pt x="3344937" y="4419832"/>
                          <a:pt x="3380372" y="4327201"/>
                          <a:pt x="3394710" y="4271010"/>
                        </a:cubicBezTo>
                        <a:cubicBezTo>
                          <a:pt x="3426609" y="4310090"/>
                          <a:pt x="3524851" y="4540477"/>
                          <a:pt x="3535680" y="4621530"/>
                        </a:cubicBezTo>
                        <a:cubicBezTo>
                          <a:pt x="3550730" y="4450008"/>
                          <a:pt x="3589660" y="4410354"/>
                          <a:pt x="3596640" y="4221480"/>
                        </a:cubicBezTo>
                        <a:cubicBezTo>
                          <a:pt x="3609596" y="4170017"/>
                          <a:pt x="3631070" y="4041494"/>
                          <a:pt x="3657600" y="3981450"/>
                        </a:cubicBezTo>
                        <a:cubicBezTo>
                          <a:pt x="3680909" y="3951171"/>
                          <a:pt x="3721558" y="3929934"/>
                          <a:pt x="3729990" y="3920490"/>
                        </a:cubicBezTo>
                        <a:cubicBezTo>
                          <a:pt x="3733106" y="3943237"/>
                          <a:pt x="3770031" y="3992997"/>
                          <a:pt x="3798570" y="4061460"/>
                        </a:cubicBezTo>
                        <a:cubicBezTo>
                          <a:pt x="3824766" y="3936656"/>
                          <a:pt x="3835961" y="3863472"/>
                          <a:pt x="3851910" y="3672840"/>
                        </a:cubicBezTo>
                        <a:cubicBezTo>
                          <a:pt x="3840934" y="3792046"/>
                          <a:pt x="3911864" y="4197226"/>
                          <a:pt x="3928110" y="4263390"/>
                        </a:cubicBezTo>
                        <a:cubicBezTo>
                          <a:pt x="3950709" y="4265216"/>
                          <a:pt x="3960480" y="4266299"/>
                          <a:pt x="3977640" y="4271010"/>
                        </a:cubicBezTo>
                        <a:cubicBezTo>
                          <a:pt x="4003370" y="4343359"/>
                          <a:pt x="4017222" y="4376832"/>
                          <a:pt x="4046220" y="4434840"/>
                        </a:cubicBezTo>
                        <a:cubicBezTo>
                          <a:pt x="4072601" y="4427422"/>
                          <a:pt x="4081290" y="4422775"/>
                          <a:pt x="4107180" y="4404360"/>
                        </a:cubicBezTo>
                        <a:cubicBezTo>
                          <a:pt x="4145460" y="4356352"/>
                          <a:pt x="4161491" y="4320880"/>
                          <a:pt x="4171950" y="4274820"/>
                        </a:cubicBezTo>
                        <a:cubicBezTo>
                          <a:pt x="4195296" y="4244224"/>
                          <a:pt x="4234685" y="4193560"/>
                          <a:pt x="4240530" y="4164330"/>
                        </a:cubicBezTo>
                        <a:cubicBezTo>
                          <a:pt x="4238798" y="4256506"/>
                          <a:pt x="4272102" y="4374299"/>
                          <a:pt x="4312920" y="4499610"/>
                        </a:cubicBezTo>
                        <a:cubicBezTo>
                          <a:pt x="4328119" y="4515041"/>
                          <a:pt x="4374667" y="4540687"/>
                          <a:pt x="4381500" y="4549140"/>
                        </a:cubicBezTo>
                        <a:cubicBezTo>
                          <a:pt x="4389178" y="4543965"/>
                          <a:pt x="4410604" y="4518461"/>
                          <a:pt x="4438650" y="4495800"/>
                        </a:cubicBezTo>
                        <a:cubicBezTo>
                          <a:pt x="4463316" y="4505641"/>
                          <a:pt x="4483667" y="4501743"/>
                          <a:pt x="4507230" y="4511040"/>
                        </a:cubicBezTo>
                        <a:cubicBezTo>
                          <a:pt x="4548495" y="4588467"/>
                          <a:pt x="4532955" y="4728044"/>
                          <a:pt x="4568190" y="4804410"/>
                        </a:cubicBezTo>
                        <a:cubicBezTo>
                          <a:pt x="4603034" y="4711897"/>
                          <a:pt x="4618911" y="4672752"/>
                          <a:pt x="4629150" y="4602480"/>
                        </a:cubicBezTo>
                        <a:cubicBezTo>
                          <a:pt x="4654407" y="4623671"/>
                          <a:pt x="4691804" y="4695250"/>
                          <a:pt x="4701540" y="4709160"/>
                        </a:cubicBezTo>
                        <a:cubicBezTo>
                          <a:pt x="4717048" y="4656061"/>
                          <a:pt x="4735192" y="4598893"/>
                          <a:pt x="4762500" y="4491990"/>
                        </a:cubicBezTo>
                        <a:cubicBezTo>
                          <a:pt x="4779067" y="4501076"/>
                          <a:pt x="4801892" y="4511905"/>
                          <a:pt x="4827270" y="4514850"/>
                        </a:cubicBezTo>
                        <a:cubicBezTo>
                          <a:pt x="4857853" y="4471801"/>
                          <a:pt x="4870149" y="4444761"/>
                          <a:pt x="4892040" y="4431030"/>
                        </a:cubicBezTo>
                        <a:cubicBezTo>
                          <a:pt x="4905016" y="4428292"/>
                          <a:pt x="4930168" y="4419217"/>
                          <a:pt x="4953000" y="4404360"/>
                        </a:cubicBezTo>
                        <a:cubicBezTo>
                          <a:pt x="4978522" y="4415577"/>
                          <a:pt x="4995489" y="4424002"/>
                          <a:pt x="5029200" y="4434840"/>
                        </a:cubicBezTo>
                        <a:cubicBezTo>
                          <a:pt x="5049395" y="4465137"/>
                          <a:pt x="5061202" y="4477751"/>
                          <a:pt x="5082540" y="4495800"/>
                        </a:cubicBezTo>
                        <a:cubicBezTo>
                          <a:pt x="5101294" y="4501129"/>
                          <a:pt x="5129824" y="4497896"/>
                          <a:pt x="5147310" y="4503420"/>
                        </a:cubicBezTo>
                        <a:cubicBezTo>
                          <a:pt x="5169474" y="4496089"/>
                          <a:pt x="5204011" y="4460403"/>
                          <a:pt x="5223510" y="4457700"/>
                        </a:cubicBezTo>
                        <a:cubicBezTo>
                          <a:pt x="5260637" y="4463687"/>
                          <a:pt x="5300409" y="4499849"/>
                          <a:pt x="5372100" y="4545330"/>
                        </a:cubicBezTo>
                        <a:cubicBezTo>
                          <a:pt x="5384060" y="4549630"/>
                          <a:pt x="5412946" y="4542738"/>
                          <a:pt x="5421630" y="4545330"/>
                        </a:cubicBezTo>
                        <a:cubicBezTo>
                          <a:pt x="5447921" y="4575454"/>
                          <a:pt x="5463088" y="4601930"/>
                          <a:pt x="5490210" y="4652010"/>
                        </a:cubicBezTo>
                        <a:cubicBezTo>
                          <a:pt x="5506079" y="4656893"/>
                          <a:pt x="5540728" y="4663428"/>
                          <a:pt x="5547360" y="4659630"/>
                        </a:cubicBezTo>
                        <a:cubicBezTo>
                          <a:pt x="5543336" y="4606868"/>
                          <a:pt x="5592409" y="4444471"/>
                          <a:pt x="5596890" y="4373880"/>
                        </a:cubicBezTo>
                        <a:cubicBezTo>
                          <a:pt x="5622660" y="4382107"/>
                          <a:pt x="5637329" y="4382613"/>
                          <a:pt x="5669280" y="4392930"/>
                        </a:cubicBezTo>
                        <a:cubicBezTo>
                          <a:pt x="5669013" y="4413177"/>
                          <a:pt x="5719486" y="4487485"/>
                          <a:pt x="5737860" y="4499610"/>
                        </a:cubicBezTo>
                        <a:cubicBezTo>
                          <a:pt x="5761736" y="4502332"/>
                          <a:pt x="5797619" y="4524179"/>
                          <a:pt x="5806440" y="4522470"/>
                        </a:cubicBezTo>
                        <a:cubicBezTo>
                          <a:pt x="5816664" y="4534248"/>
                          <a:pt x="5861833" y="4564771"/>
                          <a:pt x="5867400" y="4575810"/>
                        </a:cubicBezTo>
                        <a:cubicBezTo>
                          <a:pt x="5879565" y="4575482"/>
                          <a:pt x="5912453" y="4589933"/>
                          <a:pt x="5939790" y="4591050"/>
                        </a:cubicBezTo>
                        <a:cubicBezTo>
                          <a:pt x="5963643" y="4548318"/>
                          <a:pt x="6007159" y="4521440"/>
                          <a:pt x="6008370" y="4507230"/>
                        </a:cubicBezTo>
                        <a:cubicBezTo>
                          <a:pt x="6054419" y="4499838"/>
                          <a:pt x="6086833" y="4508254"/>
                          <a:pt x="6164580" y="4514850"/>
                        </a:cubicBezTo>
                        <a:cubicBezTo>
                          <a:pt x="6178661" y="4526092"/>
                          <a:pt x="6226630" y="4553890"/>
                          <a:pt x="6248400" y="4560570"/>
                        </a:cubicBezTo>
                        <a:cubicBezTo>
                          <a:pt x="6286625" y="4548396"/>
                          <a:pt x="6314821" y="4518114"/>
                          <a:pt x="6332220" y="4514850"/>
                        </a:cubicBezTo>
                        <a:cubicBezTo>
                          <a:pt x="6353629" y="4522162"/>
                          <a:pt x="6377507" y="4525570"/>
                          <a:pt x="6393180" y="4522470"/>
                        </a:cubicBezTo>
                        <a:cubicBezTo>
                          <a:pt x="6414550" y="4549677"/>
                          <a:pt x="6448530" y="4578830"/>
                          <a:pt x="6454140" y="4598670"/>
                        </a:cubicBezTo>
                        <a:cubicBezTo>
                          <a:pt x="6463958" y="4610659"/>
                          <a:pt x="6510223" y="4628637"/>
                          <a:pt x="6534150" y="4636770"/>
                        </a:cubicBezTo>
                        <a:cubicBezTo>
                          <a:pt x="6582942" y="4638672"/>
                          <a:pt x="6670170" y="4660836"/>
                          <a:pt x="6720840" y="4652010"/>
                        </a:cubicBezTo>
                        <a:cubicBezTo>
                          <a:pt x="6763715" y="4661764"/>
                          <a:pt x="6831391" y="4664186"/>
                          <a:pt x="6877050" y="4690110"/>
                        </a:cubicBezTo>
                        <a:cubicBezTo>
                          <a:pt x="6900063" y="4691191"/>
                          <a:pt x="6965822" y="4725244"/>
                          <a:pt x="6995160" y="4724400"/>
                        </a:cubicBezTo>
                        <a:cubicBezTo>
                          <a:pt x="7046787" y="4739478"/>
                          <a:pt x="7049633" y="4759338"/>
                          <a:pt x="7098030" y="4777740"/>
                        </a:cubicBezTo>
                        <a:cubicBezTo>
                          <a:pt x="7121776" y="4743253"/>
                          <a:pt x="7165958" y="4697273"/>
                          <a:pt x="7170420" y="4674870"/>
                        </a:cubicBezTo>
                        <a:cubicBezTo>
                          <a:pt x="7197654" y="4669537"/>
                          <a:pt x="7208095" y="4664138"/>
                          <a:pt x="7227570" y="4655820"/>
                        </a:cubicBezTo>
                        <a:cubicBezTo>
                          <a:pt x="7249728" y="4601941"/>
                          <a:pt x="7276890" y="4506590"/>
                          <a:pt x="7299960" y="4480560"/>
                        </a:cubicBezTo>
                        <a:cubicBezTo>
                          <a:pt x="7257801" y="3989767"/>
                          <a:pt x="7417229" y="3212837"/>
                          <a:pt x="7357110" y="2853690"/>
                        </a:cubicBezTo>
                        <a:cubicBezTo>
                          <a:pt x="7384733" y="2882154"/>
                          <a:pt x="7439716" y="3022898"/>
                          <a:pt x="7433310" y="3051810"/>
                        </a:cubicBezTo>
                        <a:cubicBezTo>
                          <a:pt x="7460372" y="3005654"/>
                          <a:pt x="7484807" y="2966472"/>
                          <a:pt x="7494270" y="2937510"/>
                        </a:cubicBezTo>
                        <a:cubicBezTo>
                          <a:pt x="7511741" y="2934099"/>
                          <a:pt x="7528046" y="2918898"/>
                          <a:pt x="7555230" y="2910840"/>
                        </a:cubicBezTo>
                        <a:cubicBezTo>
                          <a:pt x="7576032" y="2957680"/>
                          <a:pt x="7581973" y="2991747"/>
                          <a:pt x="7631430" y="3055620"/>
                        </a:cubicBezTo>
                        <a:cubicBezTo>
                          <a:pt x="7765112" y="2345332"/>
                          <a:pt x="7808200" y="1499149"/>
                          <a:pt x="7688580" y="781050"/>
                        </a:cubicBezTo>
                        <a:cubicBezTo>
                          <a:pt x="7701905" y="746227"/>
                          <a:pt x="7738989" y="705133"/>
                          <a:pt x="7753350" y="681990"/>
                        </a:cubicBezTo>
                        <a:cubicBezTo>
                          <a:pt x="7709869" y="908405"/>
                          <a:pt x="7955202" y="1631477"/>
                          <a:pt x="7943850" y="2225040"/>
                        </a:cubicBezTo>
                        <a:cubicBezTo>
                          <a:pt x="7996441" y="2431882"/>
                          <a:pt x="8042471" y="2586763"/>
                          <a:pt x="8081010" y="2632710"/>
                        </a:cubicBezTo>
                        <a:cubicBezTo>
                          <a:pt x="8084882" y="2849836"/>
                          <a:pt x="8117186" y="3683783"/>
                          <a:pt x="8138160" y="3901440"/>
                        </a:cubicBezTo>
                        <a:cubicBezTo>
                          <a:pt x="8190816" y="3793130"/>
                          <a:pt x="8202775" y="3642492"/>
                          <a:pt x="8214360" y="3589020"/>
                        </a:cubicBezTo>
                        <a:cubicBezTo>
                          <a:pt x="8260482" y="3733117"/>
                          <a:pt x="8256115" y="3879806"/>
                          <a:pt x="8271510" y="3950970"/>
                        </a:cubicBezTo>
                        <a:cubicBezTo>
                          <a:pt x="8283723" y="3875296"/>
                          <a:pt x="8321737" y="3752758"/>
                          <a:pt x="8340090" y="3733800"/>
                        </a:cubicBezTo>
                        <a:cubicBezTo>
                          <a:pt x="8376203" y="3597782"/>
                          <a:pt x="8385919" y="3474808"/>
                          <a:pt x="8408670" y="3394710"/>
                        </a:cubicBezTo>
                        <a:cubicBezTo>
                          <a:pt x="8411953" y="3485190"/>
                          <a:pt x="8419624" y="3648086"/>
                          <a:pt x="8469630" y="3760470"/>
                        </a:cubicBezTo>
                        <a:cubicBezTo>
                          <a:pt x="8473859" y="3772523"/>
                          <a:pt x="8509947" y="3806366"/>
                          <a:pt x="8534400" y="3844290"/>
                        </a:cubicBezTo>
                        <a:cubicBezTo>
                          <a:pt x="8555624" y="3948300"/>
                          <a:pt x="8550929" y="3960413"/>
                          <a:pt x="8599170" y="4053840"/>
                        </a:cubicBezTo>
                        <a:cubicBezTo>
                          <a:pt x="8633780" y="4099856"/>
                          <a:pt x="8627153" y="4116834"/>
                          <a:pt x="8660130" y="4152900"/>
                        </a:cubicBezTo>
                        <a:cubicBezTo>
                          <a:pt x="8686099" y="4131408"/>
                          <a:pt x="8692655" y="4113781"/>
                          <a:pt x="8728710" y="4091940"/>
                        </a:cubicBezTo>
                        <a:cubicBezTo>
                          <a:pt x="8752093" y="4000675"/>
                          <a:pt x="8773600" y="3985055"/>
                          <a:pt x="8793480" y="3909060"/>
                        </a:cubicBezTo>
                        <a:cubicBezTo>
                          <a:pt x="8808922" y="3956597"/>
                          <a:pt x="8846561" y="4017723"/>
                          <a:pt x="8862060" y="4038600"/>
                        </a:cubicBezTo>
                        <a:cubicBezTo>
                          <a:pt x="8865703" y="4138814"/>
                          <a:pt x="8922627" y="4404845"/>
                          <a:pt x="8919210" y="4457700"/>
                        </a:cubicBezTo>
                        <a:cubicBezTo>
                          <a:pt x="8932833" y="4369216"/>
                          <a:pt x="8974069" y="4172863"/>
                          <a:pt x="8995410" y="4122420"/>
                        </a:cubicBezTo>
                        <a:cubicBezTo>
                          <a:pt x="9035060" y="3986667"/>
                          <a:pt x="9034815" y="3785550"/>
                          <a:pt x="9052560" y="3569970"/>
                        </a:cubicBezTo>
                        <a:cubicBezTo>
                          <a:pt x="9053528" y="3598957"/>
                          <a:pt x="9103334" y="3776057"/>
                          <a:pt x="9132570" y="3832860"/>
                        </a:cubicBezTo>
                        <a:cubicBezTo>
                          <a:pt x="9157379" y="3820740"/>
                          <a:pt x="9177733" y="3813181"/>
                          <a:pt x="9185910" y="3813810"/>
                        </a:cubicBezTo>
                        <a:cubicBezTo>
                          <a:pt x="9213562" y="3776268"/>
                          <a:pt x="9234368" y="3676916"/>
                          <a:pt x="9246870" y="3642360"/>
                        </a:cubicBezTo>
                        <a:cubicBezTo>
                          <a:pt x="9282944" y="3583877"/>
                          <a:pt x="9308366" y="3242703"/>
                          <a:pt x="9323070" y="3169920"/>
                        </a:cubicBezTo>
                        <a:cubicBezTo>
                          <a:pt x="9328436" y="2916670"/>
                          <a:pt x="9352764" y="2730141"/>
                          <a:pt x="9361170" y="2644140"/>
                        </a:cubicBezTo>
                        <a:cubicBezTo>
                          <a:pt x="9362563" y="2599514"/>
                          <a:pt x="9353252" y="2451148"/>
                          <a:pt x="9384030" y="2373630"/>
                        </a:cubicBezTo>
                        <a:cubicBezTo>
                          <a:pt x="9379841" y="2325812"/>
                          <a:pt x="9452345" y="2108321"/>
                          <a:pt x="9441180" y="1916430"/>
                        </a:cubicBezTo>
                        <a:cubicBezTo>
                          <a:pt x="9461909" y="1883081"/>
                          <a:pt x="9477913" y="1778845"/>
                          <a:pt x="9517380" y="1668780"/>
                        </a:cubicBezTo>
                        <a:cubicBezTo>
                          <a:pt x="9533345" y="1380327"/>
                          <a:pt x="9596198" y="1048170"/>
                          <a:pt x="9574530" y="621030"/>
                        </a:cubicBezTo>
                        <a:cubicBezTo>
                          <a:pt x="9550354" y="1104866"/>
                          <a:pt x="9512040" y="1375493"/>
                          <a:pt x="9612630" y="1802130"/>
                        </a:cubicBezTo>
                        <a:cubicBezTo>
                          <a:pt x="9616426" y="1966384"/>
                          <a:pt x="9627354" y="2107998"/>
                          <a:pt x="9639300" y="2320290"/>
                        </a:cubicBezTo>
                        <a:cubicBezTo>
                          <a:pt x="9665697" y="2094957"/>
                          <a:pt x="9728776" y="1767438"/>
                          <a:pt x="9711690" y="1535430"/>
                        </a:cubicBezTo>
                        <a:cubicBezTo>
                          <a:pt x="9658818" y="896200"/>
                          <a:pt x="9742683" y="690983"/>
                          <a:pt x="9765030" y="182880"/>
                        </a:cubicBezTo>
                        <a:cubicBezTo>
                          <a:pt x="9780274" y="216904"/>
                          <a:pt x="9810521" y="229382"/>
                          <a:pt x="9841230" y="278130"/>
                        </a:cubicBezTo>
                        <a:cubicBezTo>
                          <a:pt x="9859948" y="318590"/>
                          <a:pt x="9877579" y="439881"/>
                          <a:pt x="9906000" y="487680"/>
                        </a:cubicBezTo>
                        <a:cubicBezTo>
                          <a:pt x="9929937" y="546515"/>
                          <a:pt x="9939669" y="880096"/>
                          <a:pt x="9963150" y="982980"/>
                        </a:cubicBezTo>
                        <a:cubicBezTo>
                          <a:pt x="9814913" y="1244688"/>
                          <a:pt x="9910567" y="2272422"/>
                          <a:pt x="10027920" y="3009900"/>
                        </a:cubicBezTo>
                        <a:cubicBezTo>
                          <a:pt x="10039478" y="3083898"/>
                          <a:pt x="10059595" y="3344904"/>
                          <a:pt x="10096500" y="3390900"/>
                        </a:cubicBezTo>
                        <a:cubicBezTo>
                          <a:pt x="10114952" y="3323037"/>
                          <a:pt x="10176612" y="3006689"/>
                          <a:pt x="10165080" y="2960370"/>
                        </a:cubicBezTo>
                        <a:cubicBezTo>
                          <a:pt x="10227262" y="2700202"/>
                          <a:pt x="10159898" y="2437401"/>
                          <a:pt x="10222230" y="2346960"/>
                        </a:cubicBezTo>
                        <a:cubicBezTo>
                          <a:pt x="10233648" y="2406216"/>
                          <a:pt x="10300383" y="2627914"/>
                          <a:pt x="10302240" y="2674620"/>
                        </a:cubicBezTo>
                        <a:cubicBezTo>
                          <a:pt x="10297804" y="2853237"/>
                          <a:pt x="10226977" y="3976269"/>
                          <a:pt x="10355580" y="4351020"/>
                        </a:cubicBezTo>
                      </a:path>
                    </a:pathLst>
                  </a:custGeom>
                  <ask:type>
                    <ask:lineSketchNone/>
                  </ask:type>
                </ask:lineSketchStyleProps>
              </a:ext>
            </a:extLst>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25" name="TextBox 24">
            <a:extLst>
              <a:ext uri="{FF2B5EF4-FFF2-40B4-BE49-F238E27FC236}">
                <a16:creationId xmlns:a16="http://schemas.microsoft.com/office/drawing/2014/main" id="{E4D686FC-D99A-BADE-0119-0F71319292BF}"/>
              </a:ext>
            </a:extLst>
          </p:cNvPr>
          <p:cNvSpPr txBox="1"/>
          <p:nvPr/>
        </p:nvSpPr>
        <p:spPr>
          <a:xfrm>
            <a:off x="477040" y="8488032"/>
            <a:ext cx="341760" cy="307777"/>
          </a:xfrm>
          <a:prstGeom prst="rect">
            <a:avLst/>
          </a:prstGeom>
          <a:noFill/>
          <a:effectLst>
            <a:outerShdw blurRad="50800" dist="38100" dir="2700000" algn="tl" rotWithShape="0">
              <a:prstClr val="black">
                <a:alpha val="40000"/>
              </a:prstClr>
            </a:outerShdw>
          </a:effectLst>
        </p:spPr>
        <p:txBody>
          <a:bodyPr wrap="none" rtlCol="0">
            <a:spAutoFit/>
          </a:bodyPr>
          <a:lstStyle/>
          <a:p>
            <a:pPr algn="r"/>
            <a:r>
              <a:rPr lang="en-US" sz="1400" spc="-150" dirty="0">
                <a:solidFill>
                  <a:srgbClr val="F2F2F2"/>
                </a:solidFill>
                <a:effectLst>
                  <a:outerShdw blurRad="38100" dist="38100" dir="2700000" algn="tl">
                    <a:srgbClr val="000000">
                      <a:alpha val="43137"/>
                    </a:srgbClr>
                  </a:outerShdw>
                </a:effectLst>
                <a:latin typeface="Candara" panose="020E0502030303020204" pitchFamily="34" charset="0"/>
              </a:rPr>
              <a:t>40</a:t>
            </a:r>
          </a:p>
        </p:txBody>
      </p:sp>
      <p:sp>
        <p:nvSpPr>
          <p:cNvPr id="26" name="TextBox 25">
            <a:extLst>
              <a:ext uri="{FF2B5EF4-FFF2-40B4-BE49-F238E27FC236}">
                <a16:creationId xmlns:a16="http://schemas.microsoft.com/office/drawing/2014/main" id="{040169AA-ACEF-4642-AD82-904FB306AAAE}"/>
              </a:ext>
            </a:extLst>
          </p:cNvPr>
          <p:cNvSpPr txBox="1"/>
          <p:nvPr/>
        </p:nvSpPr>
        <p:spPr>
          <a:xfrm>
            <a:off x="477040" y="7727520"/>
            <a:ext cx="341760" cy="307777"/>
          </a:xfrm>
          <a:prstGeom prst="rect">
            <a:avLst/>
          </a:prstGeom>
          <a:noFill/>
          <a:effectLst>
            <a:outerShdw blurRad="50800" dist="38100" dir="2700000" algn="tl" rotWithShape="0">
              <a:prstClr val="black">
                <a:alpha val="40000"/>
              </a:prstClr>
            </a:outerShdw>
          </a:effectLst>
        </p:spPr>
        <p:txBody>
          <a:bodyPr wrap="none" rtlCol="0">
            <a:spAutoFit/>
          </a:bodyPr>
          <a:lstStyle/>
          <a:p>
            <a:pPr algn="r"/>
            <a:r>
              <a:rPr lang="en-US" sz="1400" spc="-150" dirty="0">
                <a:solidFill>
                  <a:srgbClr val="F2F2F2"/>
                </a:solidFill>
                <a:effectLst>
                  <a:outerShdw blurRad="38100" dist="38100" dir="2700000" algn="tl">
                    <a:srgbClr val="000000">
                      <a:alpha val="43137"/>
                    </a:srgbClr>
                  </a:outerShdw>
                </a:effectLst>
                <a:latin typeface="Candara" panose="020E0502030303020204" pitchFamily="34" charset="0"/>
              </a:rPr>
              <a:t>60</a:t>
            </a:r>
          </a:p>
        </p:txBody>
      </p:sp>
      <p:sp>
        <p:nvSpPr>
          <p:cNvPr id="53" name="TextBox 52">
            <a:extLst>
              <a:ext uri="{FF2B5EF4-FFF2-40B4-BE49-F238E27FC236}">
                <a16:creationId xmlns:a16="http://schemas.microsoft.com/office/drawing/2014/main" id="{83556D61-0B1A-F756-514D-72A110E94F06}"/>
              </a:ext>
            </a:extLst>
          </p:cNvPr>
          <p:cNvSpPr txBox="1"/>
          <p:nvPr/>
        </p:nvSpPr>
        <p:spPr>
          <a:xfrm>
            <a:off x="477040" y="6970524"/>
            <a:ext cx="341760" cy="307777"/>
          </a:xfrm>
          <a:prstGeom prst="rect">
            <a:avLst/>
          </a:prstGeom>
          <a:noFill/>
          <a:effectLst>
            <a:outerShdw blurRad="50800" dist="38100" dir="2700000" algn="tl" rotWithShape="0">
              <a:prstClr val="black">
                <a:alpha val="40000"/>
              </a:prstClr>
            </a:outerShdw>
          </a:effectLst>
        </p:spPr>
        <p:txBody>
          <a:bodyPr wrap="none" rtlCol="0">
            <a:spAutoFit/>
          </a:bodyPr>
          <a:lstStyle/>
          <a:p>
            <a:pPr algn="r"/>
            <a:r>
              <a:rPr lang="en-US" sz="1400" spc="-150" dirty="0">
                <a:solidFill>
                  <a:srgbClr val="F2F2F2"/>
                </a:solidFill>
                <a:effectLst>
                  <a:outerShdw blurRad="38100" dist="38100" dir="2700000" algn="tl">
                    <a:srgbClr val="000000">
                      <a:alpha val="43137"/>
                    </a:srgbClr>
                  </a:outerShdw>
                </a:effectLst>
                <a:latin typeface="Candara" panose="020E0502030303020204" pitchFamily="34" charset="0"/>
              </a:rPr>
              <a:t>80</a:t>
            </a:r>
          </a:p>
        </p:txBody>
      </p:sp>
      <p:sp>
        <p:nvSpPr>
          <p:cNvPr id="54" name="TextBox 53">
            <a:extLst>
              <a:ext uri="{FF2B5EF4-FFF2-40B4-BE49-F238E27FC236}">
                <a16:creationId xmlns:a16="http://schemas.microsoft.com/office/drawing/2014/main" id="{00ACC1DB-E816-DCFD-24F8-B6ADF26346A3}"/>
              </a:ext>
            </a:extLst>
          </p:cNvPr>
          <p:cNvSpPr txBox="1"/>
          <p:nvPr/>
        </p:nvSpPr>
        <p:spPr>
          <a:xfrm>
            <a:off x="430552" y="6202789"/>
            <a:ext cx="388248" cy="307777"/>
          </a:xfrm>
          <a:prstGeom prst="rect">
            <a:avLst/>
          </a:prstGeom>
          <a:noFill/>
          <a:effectLst>
            <a:outerShdw blurRad="50800" dist="38100" dir="2700000" algn="tl" rotWithShape="0">
              <a:prstClr val="black">
                <a:alpha val="40000"/>
              </a:prstClr>
            </a:outerShdw>
          </a:effectLst>
        </p:spPr>
        <p:txBody>
          <a:bodyPr wrap="none" rtlCol="0">
            <a:spAutoFit/>
          </a:bodyPr>
          <a:lstStyle/>
          <a:p>
            <a:pPr algn="r"/>
            <a:r>
              <a:rPr lang="en-US" sz="1400" spc="-150" dirty="0">
                <a:solidFill>
                  <a:srgbClr val="F2F2F2"/>
                </a:solidFill>
                <a:effectLst>
                  <a:outerShdw blurRad="38100" dist="38100" dir="2700000" algn="tl">
                    <a:srgbClr val="000000">
                      <a:alpha val="43137"/>
                    </a:srgbClr>
                  </a:outerShdw>
                </a:effectLst>
                <a:latin typeface="Candara" panose="020E0502030303020204" pitchFamily="34" charset="0"/>
              </a:rPr>
              <a:t>100</a:t>
            </a:r>
          </a:p>
        </p:txBody>
      </p:sp>
      <p:sp>
        <p:nvSpPr>
          <p:cNvPr id="55" name="TextBox 54">
            <a:extLst>
              <a:ext uri="{FF2B5EF4-FFF2-40B4-BE49-F238E27FC236}">
                <a16:creationId xmlns:a16="http://schemas.microsoft.com/office/drawing/2014/main" id="{E4AC3B66-44FF-DCFF-907C-0BCC2C94007F}"/>
              </a:ext>
            </a:extLst>
          </p:cNvPr>
          <p:cNvSpPr txBox="1"/>
          <p:nvPr/>
        </p:nvSpPr>
        <p:spPr>
          <a:xfrm>
            <a:off x="446582" y="5445764"/>
            <a:ext cx="372218" cy="307777"/>
          </a:xfrm>
          <a:prstGeom prst="rect">
            <a:avLst/>
          </a:prstGeom>
          <a:noFill/>
          <a:effectLst>
            <a:outerShdw blurRad="50800" dist="38100" dir="2700000" algn="tl" rotWithShape="0">
              <a:prstClr val="black">
                <a:alpha val="40000"/>
              </a:prstClr>
            </a:outerShdw>
          </a:effectLst>
        </p:spPr>
        <p:txBody>
          <a:bodyPr wrap="none" rtlCol="0">
            <a:spAutoFit/>
          </a:bodyPr>
          <a:lstStyle/>
          <a:p>
            <a:pPr algn="r"/>
            <a:r>
              <a:rPr lang="en-US" sz="1400" spc="-150" dirty="0">
                <a:solidFill>
                  <a:srgbClr val="F2F2F2"/>
                </a:solidFill>
                <a:effectLst>
                  <a:outerShdw blurRad="38100" dist="38100" dir="2700000" algn="tl">
                    <a:srgbClr val="000000">
                      <a:alpha val="43137"/>
                    </a:srgbClr>
                  </a:outerShdw>
                </a:effectLst>
                <a:latin typeface="Candara" panose="020E0502030303020204" pitchFamily="34" charset="0"/>
              </a:rPr>
              <a:t>120</a:t>
            </a:r>
          </a:p>
        </p:txBody>
      </p:sp>
      <p:sp>
        <p:nvSpPr>
          <p:cNvPr id="56" name="TextBox 55">
            <a:extLst>
              <a:ext uri="{FF2B5EF4-FFF2-40B4-BE49-F238E27FC236}">
                <a16:creationId xmlns:a16="http://schemas.microsoft.com/office/drawing/2014/main" id="{DA9E074B-92B5-9AC7-1164-14E9A09C8953}"/>
              </a:ext>
            </a:extLst>
          </p:cNvPr>
          <p:cNvSpPr txBox="1"/>
          <p:nvPr/>
        </p:nvSpPr>
        <p:spPr>
          <a:xfrm>
            <a:off x="433758" y="4685281"/>
            <a:ext cx="385042" cy="307777"/>
          </a:xfrm>
          <a:prstGeom prst="rect">
            <a:avLst/>
          </a:prstGeom>
          <a:noFill/>
          <a:effectLst>
            <a:outerShdw blurRad="50800" dist="38100" dir="2700000" algn="tl" rotWithShape="0">
              <a:prstClr val="black">
                <a:alpha val="40000"/>
              </a:prstClr>
            </a:outerShdw>
          </a:effectLst>
        </p:spPr>
        <p:txBody>
          <a:bodyPr wrap="none" rtlCol="0">
            <a:spAutoFit/>
          </a:bodyPr>
          <a:lstStyle/>
          <a:p>
            <a:pPr algn="r"/>
            <a:r>
              <a:rPr lang="en-US" sz="1400" spc="-150" dirty="0">
                <a:solidFill>
                  <a:srgbClr val="F2F2F2"/>
                </a:solidFill>
                <a:effectLst>
                  <a:outerShdw blurRad="38100" dist="38100" dir="2700000" algn="tl">
                    <a:srgbClr val="000000">
                      <a:alpha val="43137"/>
                    </a:srgbClr>
                  </a:outerShdw>
                </a:effectLst>
                <a:latin typeface="Candara" panose="020E0502030303020204" pitchFamily="34" charset="0"/>
              </a:rPr>
              <a:t>140</a:t>
            </a:r>
          </a:p>
        </p:txBody>
      </p:sp>
      <p:sp>
        <p:nvSpPr>
          <p:cNvPr id="57" name="TextBox 56">
            <a:extLst>
              <a:ext uri="{FF2B5EF4-FFF2-40B4-BE49-F238E27FC236}">
                <a16:creationId xmlns:a16="http://schemas.microsoft.com/office/drawing/2014/main" id="{07794591-3E43-8D0F-074B-8CE6DF1A95D2}"/>
              </a:ext>
            </a:extLst>
          </p:cNvPr>
          <p:cNvSpPr txBox="1"/>
          <p:nvPr/>
        </p:nvSpPr>
        <p:spPr>
          <a:xfrm>
            <a:off x="477040" y="9245028"/>
            <a:ext cx="341760" cy="307777"/>
          </a:xfrm>
          <a:prstGeom prst="rect">
            <a:avLst/>
          </a:prstGeom>
          <a:noFill/>
          <a:effectLst>
            <a:outerShdw blurRad="50800" dist="38100" dir="2700000" algn="tl" rotWithShape="0">
              <a:prstClr val="black">
                <a:alpha val="40000"/>
              </a:prstClr>
            </a:outerShdw>
          </a:effectLst>
        </p:spPr>
        <p:txBody>
          <a:bodyPr wrap="none" rtlCol="0">
            <a:spAutoFit/>
          </a:bodyPr>
          <a:lstStyle/>
          <a:p>
            <a:pPr algn="r"/>
            <a:r>
              <a:rPr lang="en-US" sz="1400" spc="-150" dirty="0">
                <a:solidFill>
                  <a:srgbClr val="F2F2F2"/>
                </a:solidFill>
                <a:effectLst>
                  <a:outerShdw blurRad="38100" dist="38100" dir="2700000" algn="tl">
                    <a:srgbClr val="000000">
                      <a:alpha val="43137"/>
                    </a:srgbClr>
                  </a:outerShdw>
                </a:effectLst>
                <a:latin typeface="Candara" panose="020E0502030303020204" pitchFamily="34" charset="0"/>
              </a:rPr>
              <a:t>20</a:t>
            </a:r>
          </a:p>
        </p:txBody>
      </p:sp>
      <p:pic>
        <p:nvPicPr>
          <p:cNvPr id="91" name="Picture 90" descr="A blue and black globe with a white background&#10;&#10;AI-generated content may be incorrect.">
            <a:extLst>
              <a:ext uri="{FF2B5EF4-FFF2-40B4-BE49-F238E27FC236}">
                <a16:creationId xmlns:a16="http://schemas.microsoft.com/office/drawing/2014/main" id="{720E6187-2FE7-F577-8CC9-2F2614F239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219" y="10208256"/>
            <a:ext cx="566113" cy="685233"/>
          </a:xfrm>
          <a:prstGeom prst="rect">
            <a:avLst/>
          </a:prstGeom>
        </p:spPr>
      </p:pic>
      <p:sp>
        <p:nvSpPr>
          <p:cNvPr id="2" name="Rectangle 1">
            <a:extLst>
              <a:ext uri="{FF2B5EF4-FFF2-40B4-BE49-F238E27FC236}">
                <a16:creationId xmlns:a16="http://schemas.microsoft.com/office/drawing/2014/main" id="{E96CE808-D701-16F8-4424-8CCD3C9A52CD}"/>
              </a:ext>
            </a:extLst>
          </p:cNvPr>
          <p:cNvSpPr/>
          <p:nvPr/>
        </p:nvSpPr>
        <p:spPr>
          <a:xfrm>
            <a:off x="0" y="0"/>
            <a:ext cx="19202400" cy="589120"/>
          </a:xfrm>
          <a:prstGeom prst="rect">
            <a:avLst/>
          </a:prstGeom>
          <a:solidFill>
            <a:srgbClr val="1A56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p>
        </p:txBody>
      </p:sp>
      <p:pic>
        <p:nvPicPr>
          <p:cNvPr id="1026" name="Picture 2" descr="Opificio Font Generator Preview">
            <a:extLst>
              <a:ext uri="{FF2B5EF4-FFF2-40B4-BE49-F238E27FC236}">
                <a16:creationId xmlns:a16="http://schemas.microsoft.com/office/drawing/2014/main" id="{5DBE2850-D4A6-8D16-1531-44FDA29F3A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97" y="82889"/>
            <a:ext cx="4187333" cy="382877"/>
          </a:xfrm>
          <a:prstGeom prst="rect">
            <a:avLst/>
          </a:prstGeom>
          <a:noFill/>
          <a:extLst>
            <a:ext uri="{909E8E84-426E-40DD-AFC4-6F175D3DCCD1}">
              <a14:hiddenFill xmlns:a14="http://schemas.microsoft.com/office/drawing/2010/main">
                <a:solidFill>
                  <a:srgbClr val="FFFFFF"/>
                </a:solidFill>
              </a14:hiddenFill>
            </a:ext>
          </a:extLst>
        </p:spPr>
      </p:pic>
      <p:sp>
        <p:nvSpPr>
          <p:cNvPr id="65" name="Rectangle: Rounded Corners 64">
            <a:extLst>
              <a:ext uri="{FF2B5EF4-FFF2-40B4-BE49-F238E27FC236}">
                <a16:creationId xmlns:a16="http://schemas.microsoft.com/office/drawing/2014/main" id="{782BC71D-CB5D-7017-AAD0-03A4FE0487C0}"/>
              </a:ext>
            </a:extLst>
          </p:cNvPr>
          <p:cNvSpPr/>
          <p:nvPr/>
        </p:nvSpPr>
        <p:spPr>
          <a:xfrm>
            <a:off x="1020216" y="3880911"/>
            <a:ext cx="3642089" cy="2743200"/>
          </a:xfrm>
          <a:prstGeom prst="roundRect">
            <a:avLst>
              <a:gd name="adj" fmla="val 4709"/>
            </a:avLst>
          </a:prstGeom>
          <a:solidFill>
            <a:schemeClr val="bg1"/>
          </a:solidFill>
          <a:ln w="31750">
            <a:solidFill>
              <a:schemeClr val="accent4">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60C3D2C3-F1E4-0870-50E9-2DD69FE5D40F}"/>
              </a:ext>
            </a:extLst>
          </p:cNvPr>
          <p:cNvSpPr/>
          <p:nvPr/>
        </p:nvSpPr>
        <p:spPr>
          <a:xfrm>
            <a:off x="14751727" y="3880911"/>
            <a:ext cx="3642089" cy="2743200"/>
          </a:xfrm>
          <a:prstGeom prst="roundRect">
            <a:avLst>
              <a:gd name="adj" fmla="val 4709"/>
            </a:avLst>
          </a:prstGeom>
          <a:solidFill>
            <a:schemeClr val="bg1"/>
          </a:solidFill>
          <a:ln w="31750">
            <a:solidFill>
              <a:schemeClr val="accent4">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Connector: Elbow 15">
            <a:extLst>
              <a:ext uri="{FF2B5EF4-FFF2-40B4-BE49-F238E27FC236}">
                <a16:creationId xmlns:a16="http://schemas.microsoft.com/office/drawing/2014/main" id="{14F008A1-D2BA-5B46-7AE4-FE71C69C6FAC}"/>
              </a:ext>
            </a:extLst>
          </p:cNvPr>
          <p:cNvCxnSpPr>
            <a:cxnSpLocks/>
          </p:cNvCxnSpPr>
          <p:nvPr/>
        </p:nvCxnSpPr>
        <p:spPr>
          <a:xfrm rot="16200000" flipV="1">
            <a:off x="7415272" y="5369243"/>
            <a:ext cx="4617945" cy="4611628"/>
          </a:xfrm>
          <a:prstGeom prst="bentConnector3">
            <a:avLst>
              <a:gd name="adj1" fmla="val 29742"/>
            </a:avLst>
          </a:prstGeom>
          <a:ln w="317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3AA706C6-50D6-D080-1AD5-03A2ED20CB3F}"/>
              </a:ext>
            </a:extLst>
          </p:cNvPr>
          <p:cNvCxnSpPr>
            <a:cxnSpLocks/>
            <a:endCxn id="65" idx="2"/>
          </p:cNvCxnSpPr>
          <p:nvPr/>
        </p:nvCxnSpPr>
        <p:spPr>
          <a:xfrm rot="5400000" flipH="1" flipV="1">
            <a:off x="724777" y="7867546"/>
            <a:ext cx="3359919" cy="873050"/>
          </a:xfrm>
          <a:prstGeom prst="bentConnector3">
            <a:avLst>
              <a:gd name="adj1" fmla="val 50000"/>
            </a:avLst>
          </a:prstGeom>
          <a:ln w="317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963DE27D-AD9C-7350-A655-40AE1FB2EDEB}"/>
              </a:ext>
            </a:extLst>
          </p:cNvPr>
          <p:cNvCxnSpPr>
            <a:cxnSpLocks/>
            <a:endCxn id="63" idx="2"/>
          </p:cNvCxnSpPr>
          <p:nvPr/>
        </p:nvCxnSpPr>
        <p:spPr>
          <a:xfrm rot="16200000" flipV="1">
            <a:off x="11710934" y="6908779"/>
            <a:ext cx="3359919" cy="2790583"/>
          </a:xfrm>
          <a:prstGeom prst="bentConnector3">
            <a:avLst>
              <a:gd name="adj1" fmla="val 50000"/>
            </a:avLst>
          </a:prstGeom>
          <a:ln w="317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BAC65B3-7B78-82CD-9E8E-B3A25872EEAD}"/>
              </a:ext>
            </a:extLst>
          </p:cNvPr>
          <p:cNvCxnSpPr>
            <a:cxnSpLocks/>
          </p:cNvCxnSpPr>
          <p:nvPr/>
        </p:nvCxnSpPr>
        <p:spPr>
          <a:xfrm>
            <a:off x="1020216" y="10005540"/>
            <a:ext cx="17373600" cy="0"/>
          </a:xfrm>
          <a:prstGeom prst="line">
            <a:avLst/>
          </a:prstGeom>
          <a:ln w="38100" cap="rnd">
            <a:solidFill>
              <a:schemeClr val="tx1"/>
            </a:solidFill>
            <a:round/>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5F616F96-D5C8-7BAA-02E6-490F8601B04D}"/>
              </a:ext>
            </a:extLst>
          </p:cNvPr>
          <p:cNvSpPr>
            <a:spLocks noChangeAspect="1"/>
          </p:cNvSpPr>
          <p:nvPr/>
        </p:nvSpPr>
        <p:spPr>
          <a:xfrm>
            <a:off x="1290581" y="9938289"/>
            <a:ext cx="137160" cy="136023"/>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8000D866-7416-F808-E43F-6598CCF93A23}"/>
              </a:ext>
            </a:extLst>
          </p:cNvPr>
          <p:cNvSpPr>
            <a:spLocks noChangeAspect="1"/>
          </p:cNvSpPr>
          <p:nvPr/>
        </p:nvSpPr>
        <p:spPr>
          <a:xfrm>
            <a:off x="2218374" y="9939051"/>
            <a:ext cx="137160" cy="136023"/>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B5E5B444-D9B0-86D5-85AF-A057B3F0562D}"/>
              </a:ext>
            </a:extLst>
          </p:cNvPr>
          <p:cNvSpPr>
            <a:spLocks noChangeAspect="1"/>
          </p:cNvSpPr>
          <p:nvPr/>
        </p:nvSpPr>
        <p:spPr>
          <a:xfrm>
            <a:off x="10568511" y="9937527"/>
            <a:ext cx="137160" cy="136023"/>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334307D6-6EE3-6116-1A23-2B70CEFAB9F8}"/>
              </a:ext>
            </a:extLst>
          </p:cNvPr>
          <p:cNvSpPr>
            <a:spLocks noChangeAspect="1"/>
          </p:cNvSpPr>
          <p:nvPr/>
        </p:nvSpPr>
        <p:spPr>
          <a:xfrm>
            <a:off x="7785132" y="9940575"/>
            <a:ext cx="137160" cy="136023"/>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79B45776-05B4-F506-4D97-1734B23E877F}"/>
              </a:ext>
            </a:extLst>
          </p:cNvPr>
          <p:cNvSpPr>
            <a:spLocks noChangeAspect="1"/>
          </p:cNvSpPr>
          <p:nvPr/>
        </p:nvSpPr>
        <p:spPr>
          <a:xfrm>
            <a:off x="11496304" y="9941337"/>
            <a:ext cx="137160" cy="136023"/>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9E8E3AFF-B67B-1566-C5DC-736A3EE70575}"/>
              </a:ext>
            </a:extLst>
          </p:cNvPr>
          <p:cNvSpPr>
            <a:spLocks noChangeAspect="1"/>
          </p:cNvSpPr>
          <p:nvPr/>
        </p:nvSpPr>
        <p:spPr>
          <a:xfrm>
            <a:off x="17990859" y="9942104"/>
            <a:ext cx="137160" cy="136023"/>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43070C6F-C8DF-BED8-E394-40B9FB8F119D}"/>
              </a:ext>
            </a:extLst>
          </p:cNvPr>
          <p:cNvSpPr>
            <a:spLocks noChangeAspect="1"/>
          </p:cNvSpPr>
          <p:nvPr/>
        </p:nvSpPr>
        <p:spPr>
          <a:xfrm>
            <a:off x="12424097" y="9933717"/>
            <a:ext cx="137160" cy="136023"/>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0F4B507E-6B53-8F9B-64C9-467105DCDE8B}"/>
              </a:ext>
            </a:extLst>
          </p:cNvPr>
          <p:cNvSpPr>
            <a:spLocks noChangeAspect="1"/>
          </p:cNvSpPr>
          <p:nvPr/>
        </p:nvSpPr>
        <p:spPr>
          <a:xfrm>
            <a:off x="15207476" y="9934479"/>
            <a:ext cx="137160" cy="136023"/>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F4C21FBF-7BC3-FF6E-9595-17260B225D02}"/>
              </a:ext>
            </a:extLst>
          </p:cNvPr>
          <p:cNvSpPr>
            <a:spLocks noChangeAspect="1"/>
          </p:cNvSpPr>
          <p:nvPr/>
        </p:nvSpPr>
        <p:spPr>
          <a:xfrm>
            <a:off x="13351890" y="9935241"/>
            <a:ext cx="137160" cy="136023"/>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2E6B24D5-3630-B37A-BAFD-7CEB741FCB70}"/>
              </a:ext>
            </a:extLst>
          </p:cNvPr>
          <p:cNvSpPr>
            <a:spLocks noChangeAspect="1"/>
          </p:cNvSpPr>
          <p:nvPr/>
        </p:nvSpPr>
        <p:spPr>
          <a:xfrm>
            <a:off x="14279683" y="9936003"/>
            <a:ext cx="137160" cy="136023"/>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D2D6A73C-C176-9414-4E75-AEC28AF51085}"/>
              </a:ext>
            </a:extLst>
          </p:cNvPr>
          <p:cNvSpPr>
            <a:spLocks noChangeAspect="1"/>
          </p:cNvSpPr>
          <p:nvPr/>
        </p:nvSpPr>
        <p:spPr>
          <a:xfrm>
            <a:off x="16135269" y="9936765"/>
            <a:ext cx="137160" cy="136023"/>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ABA8ADF1-9584-3ED5-AE95-71E9FB41BE27}"/>
              </a:ext>
            </a:extLst>
          </p:cNvPr>
          <p:cNvSpPr/>
          <p:nvPr/>
        </p:nvSpPr>
        <p:spPr>
          <a:xfrm>
            <a:off x="388752" y="649055"/>
            <a:ext cx="4701445" cy="2893100"/>
          </a:xfrm>
          <a:prstGeom prst="rect">
            <a:avLst/>
          </a:prstGeom>
        </p:spPr>
        <p:txBody>
          <a:bodyPr wrap="square">
            <a:spAutoFit/>
          </a:bodyPr>
          <a:lstStyle/>
          <a:p>
            <a:pPr algn="just" fontAlgn="base"/>
            <a:r>
              <a:rPr lang="en-US" sz="1300" b="1" dirty="0">
                <a:solidFill>
                  <a:srgbClr val="000000"/>
                </a:solidFill>
                <a:latin typeface="adobe-garamond-pro"/>
              </a:rPr>
              <a:t>The term “</a:t>
            </a:r>
            <a:r>
              <a:rPr lang="en-US" sz="1300" b="1" dirty="0">
                <a:solidFill>
                  <a:schemeClr val="accent4">
                    <a:lumMod val="75000"/>
                  </a:schemeClr>
                </a:solidFill>
                <a:latin typeface="adobe-garamond-pro"/>
              </a:rPr>
              <a:t>wheelhouse</a:t>
            </a:r>
            <a:r>
              <a:rPr lang="en-US" sz="1300" b="1" dirty="0">
                <a:solidFill>
                  <a:srgbClr val="000000"/>
                </a:solidFill>
                <a:latin typeface="adobe-garamond-pro"/>
              </a:rPr>
              <a:t>” appeared for the first time in the early 1800s to describe the pilothouse on a boat or ship. </a:t>
            </a:r>
          </a:p>
          <a:p>
            <a:pPr algn="just" fontAlgn="base"/>
            <a:endParaRPr lang="en-US" sz="1300" b="1" dirty="0">
              <a:solidFill>
                <a:srgbClr val="000000"/>
              </a:solidFill>
              <a:latin typeface="adobe-garamond-pro"/>
            </a:endParaRPr>
          </a:p>
          <a:p>
            <a:pPr algn="just" fontAlgn="base"/>
            <a:r>
              <a:rPr lang="en-US" sz="1300" b="1" dirty="0">
                <a:solidFill>
                  <a:srgbClr val="000000"/>
                </a:solidFill>
                <a:latin typeface="adobe-garamond-pro"/>
              </a:rPr>
              <a:t>The experienced, steadfast captain has been a revered symbol in literature and lore for centuries. An example is the poem, “O Captain! My Captain!,” by Walt Whitman, which is an ode to the great President Lincoln shortly after his death. Whitman admired Lincoln greatly and thought of him as the captain who had navigated America through some of its darkest, most treacherous seas. A passage from his poem captures this symbolism eloquently:</a:t>
            </a:r>
          </a:p>
          <a:p>
            <a:pPr algn="just" fontAlgn="base"/>
            <a:endParaRPr lang="en-US" sz="1300" b="1" dirty="0">
              <a:solidFill>
                <a:srgbClr val="000000"/>
              </a:solidFill>
              <a:latin typeface="adobe-garamond-pro"/>
            </a:endParaRPr>
          </a:p>
          <a:p>
            <a:pPr algn="ctr" fontAlgn="base"/>
            <a:r>
              <a:rPr lang="en-US" sz="1300" b="1" i="1" dirty="0">
                <a:solidFill>
                  <a:srgbClr val="000000"/>
                </a:solidFill>
                <a:latin typeface="adobe-garamond-pro"/>
              </a:rPr>
              <a:t>“The ship is anchor’d safe and sound, its voyage closed and done,</a:t>
            </a:r>
            <a:br>
              <a:rPr lang="en-US" sz="1300" b="1" i="1" dirty="0">
                <a:solidFill>
                  <a:srgbClr val="000000"/>
                </a:solidFill>
                <a:latin typeface="adobe-garamond-pro"/>
              </a:rPr>
            </a:br>
            <a:r>
              <a:rPr lang="en-US" sz="1300" b="1" i="1" dirty="0">
                <a:solidFill>
                  <a:srgbClr val="000000"/>
                </a:solidFill>
                <a:latin typeface="adobe-garamond-pro"/>
              </a:rPr>
              <a:t>From fearful trip the victor ship comes in with object won….”</a:t>
            </a:r>
          </a:p>
        </p:txBody>
      </p:sp>
      <p:sp>
        <p:nvSpPr>
          <p:cNvPr id="80" name="Rectangle 79">
            <a:extLst>
              <a:ext uri="{FF2B5EF4-FFF2-40B4-BE49-F238E27FC236}">
                <a16:creationId xmlns:a16="http://schemas.microsoft.com/office/drawing/2014/main" id="{AA99F275-D6A9-751A-1622-82708F635D6E}"/>
              </a:ext>
            </a:extLst>
          </p:cNvPr>
          <p:cNvSpPr/>
          <p:nvPr/>
        </p:nvSpPr>
        <p:spPr>
          <a:xfrm>
            <a:off x="5167727" y="633666"/>
            <a:ext cx="4480560" cy="2893100"/>
          </a:xfrm>
          <a:prstGeom prst="rect">
            <a:avLst/>
          </a:prstGeom>
        </p:spPr>
        <p:txBody>
          <a:bodyPr wrap="square">
            <a:spAutoFit/>
          </a:bodyPr>
          <a:lstStyle/>
          <a:p>
            <a:pPr algn="just" fontAlgn="base"/>
            <a:r>
              <a:rPr lang="en-US" sz="1300" b="1" dirty="0">
                <a:solidFill>
                  <a:srgbClr val="000000"/>
                </a:solidFill>
                <a:latin typeface="adobe-garamond-pro"/>
              </a:rPr>
              <a:t>“Baseball and apple pie” – Nothing is more quintessentially American than the imagery these invoke.</a:t>
            </a:r>
          </a:p>
          <a:p>
            <a:pPr algn="just" fontAlgn="base"/>
            <a:endParaRPr lang="en-US" sz="1300" b="1" dirty="0">
              <a:solidFill>
                <a:srgbClr val="000000"/>
              </a:solidFill>
              <a:latin typeface="adobe-garamond-pro"/>
            </a:endParaRPr>
          </a:p>
          <a:p>
            <a:pPr algn="just" fontAlgn="base"/>
            <a:r>
              <a:rPr lang="en-US" sz="1300" b="1" dirty="0">
                <a:solidFill>
                  <a:srgbClr val="000000"/>
                </a:solidFill>
                <a:latin typeface="adobe-garamond-pro"/>
              </a:rPr>
              <a:t>It was in the 1950s, when baseball announcers and reporters started referring to a batter’s “</a:t>
            </a:r>
            <a:r>
              <a:rPr lang="en-US" sz="1300" b="1" dirty="0">
                <a:solidFill>
                  <a:schemeClr val="accent4">
                    <a:lumMod val="75000"/>
                  </a:schemeClr>
                </a:solidFill>
                <a:latin typeface="adobe-garamond-pro"/>
              </a:rPr>
              <a:t>wheelhouse</a:t>
            </a:r>
            <a:r>
              <a:rPr lang="en-US" sz="1300" b="1" dirty="0">
                <a:solidFill>
                  <a:srgbClr val="000000"/>
                </a:solidFill>
                <a:latin typeface="adobe-garamond-pro"/>
              </a:rPr>
              <a:t>” as the area of the strike zone where a batter swings with the most power. Reporters also called this area the “crush zone” and the “kill zone”. In this fashion, the batter can tell from the moment the ball leaves the pitcher’s hand that it’s headed for his sweet spot…he knows in that moment that he’s going to swing for the fences, connect, and score.</a:t>
            </a:r>
          </a:p>
          <a:p>
            <a:pPr algn="just" fontAlgn="base"/>
            <a:endParaRPr lang="en-US" sz="1300" b="1" dirty="0">
              <a:solidFill>
                <a:srgbClr val="000000"/>
              </a:solidFill>
              <a:latin typeface="adobe-garamond-pro"/>
            </a:endParaRPr>
          </a:p>
          <a:p>
            <a:pPr algn="just" fontAlgn="base"/>
            <a:r>
              <a:rPr lang="en-US" sz="1300" b="1" dirty="0">
                <a:solidFill>
                  <a:srgbClr val="000000"/>
                </a:solidFill>
                <a:latin typeface="adobe-garamond-pro"/>
              </a:rPr>
              <a:t>That feeling, which can only come from experience and intuition, is bliss.</a:t>
            </a:r>
          </a:p>
        </p:txBody>
      </p:sp>
      <p:sp>
        <p:nvSpPr>
          <p:cNvPr id="81" name="Rectangle 80">
            <a:extLst>
              <a:ext uri="{FF2B5EF4-FFF2-40B4-BE49-F238E27FC236}">
                <a16:creationId xmlns:a16="http://schemas.microsoft.com/office/drawing/2014/main" id="{A4A31689-EFE1-8CB1-A7B1-4AB8C97EA2E7}"/>
              </a:ext>
            </a:extLst>
          </p:cNvPr>
          <p:cNvSpPr/>
          <p:nvPr/>
        </p:nvSpPr>
        <p:spPr>
          <a:xfrm>
            <a:off x="9766928" y="633666"/>
            <a:ext cx="4480560" cy="2893100"/>
          </a:xfrm>
          <a:prstGeom prst="rect">
            <a:avLst/>
          </a:prstGeom>
        </p:spPr>
        <p:txBody>
          <a:bodyPr wrap="square">
            <a:spAutoFit/>
          </a:bodyPr>
          <a:lstStyle/>
          <a:p>
            <a:pPr algn="just" fontAlgn="base"/>
            <a:r>
              <a:rPr lang="en-US" sz="1300" b="1" dirty="0">
                <a:solidFill>
                  <a:srgbClr val="000000"/>
                </a:solidFill>
                <a:latin typeface="adobe-garamond-pro"/>
              </a:rPr>
              <a:t>Not surprisingly, that “sweet spot feeling” when all the pieces come together and one’s expertise is able to shine found its way into business jargon beginning in the 1980s.</a:t>
            </a:r>
          </a:p>
          <a:p>
            <a:pPr algn="just" fontAlgn="base"/>
            <a:endParaRPr lang="en-US" sz="1300" b="1" dirty="0">
              <a:solidFill>
                <a:srgbClr val="000000"/>
              </a:solidFill>
              <a:latin typeface="adobe-garamond-pro"/>
            </a:endParaRPr>
          </a:p>
          <a:p>
            <a:pPr algn="just" fontAlgn="base"/>
            <a:r>
              <a:rPr lang="en-US" sz="1300" b="1" dirty="0">
                <a:solidFill>
                  <a:srgbClr val="000000"/>
                </a:solidFill>
                <a:latin typeface="adobe-garamond-pro"/>
              </a:rPr>
              <a:t>In this new, figurative sense, “</a:t>
            </a:r>
            <a:r>
              <a:rPr lang="en-US" sz="1300" b="1" dirty="0">
                <a:solidFill>
                  <a:schemeClr val="accent4">
                    <a:lumMod val="75000"/>
                  </a:schemeClr>
                </a:solidFill>
                <a:latin typeface="adobe-garamond-pro"/>
              </a:rPr>
              <a:t>wheelhouse</a:t>
            </a:r>
            <a:r>
              <a:rPr lang="en-US" sz="1300" b="1" dirty="0">
                <a:solidFill>
                  <a:srgbClr val="000000"/>
                </a:solidFill>
                <a:latin typeface="adobe-garamond-pro"/>
              </a:rPr>
              <a:t>” means “the field in which a person excels; one’s strongest interest or ability.” (Oxford English Dictionary)</a:t>
            </a:r>
          </a:p>
          <a:p>
            <a:pPr algn="ctr" fontAlgn="base"/>
            <a:r>
              <a:rPr lang="en-US" sz="1300" b="1" dirty="0">
                <a:solidFill>
                  <a:schemeClr val="accent4">
                    <a:lumMod val="75000"/>
                  </a:schemeClr>
                </a:solidFill>
                <a:latin typeface="adobe-garamond-pro"/>
              </a:rPr>
              <a:t>Steadfast. Intuitive. Skilled. Experienced.</a:t>
            </a:r>
          </a:p>
          <a:p>
            <a:pPr algn="just" fontAlgn="base"/>
            <a:endParaRPr lang="en-US" sz="1300" b="1" dirty="0">
              <a:solidFill>
                <a:srgbClr val="000000"/>
              </a:solidFill>
              <a:latin typeface="adobe-garamond-pro"/>
            </a:endParaRPr>
          </a:p>
          <a:p>
            <a:pPr algn="ctr" fontAlgn="base"/>
            <a:r>
              <a:rPr lang="en-US" sz="1300" b="1" dirty="0">
                <a:solidFill>
                  <a:srgbClr val="000000"/>
                </a:solidFill>
                <a:latin typeface="adobe-garamond-pro"/>
              </a:rPr>
              <a:t>These are the hallmarks that define us here at        </a:t>
            </a:r>
            <a:r>
              <a:rPr lang="en-US" sz="1300" b="1" dirty="0">
                <a:solidFill>
                  <a:schemeClr val="accent4">
                    <a:lumMod val="75000"/>
                  </a:schemeClr>
                </a:solidFill>
                <a:latin typeface="adobe-garamond-pro"/>
              </a:rPr>
              <a:t>Wheelhouse Geoscience.</a:t>
            </a:r>
            <a:endParaRPr lang="en-US" sz="1300" b="1" dirty="0">
              <a:solidFill>
                <a:srgbClr val="000000"/>
              </a:solidFill>
              <a:latin typeface="adobe-garamond-pro"/>
            </a:endParaRPr>
          </a:p>
          <a:p>
            <a:pPr algn="just" fontAlgn="base"/>
            <a:endParaRPr lang="en-US" sz="1300" b="1" dirty="0">
              <a:solidFill>
                <a:srgbClr val="000000"/>
              </a:solidFill>
              <a:latin typeface="adobe-garamond-pro"/>
            </a:endParaRPr>
          </a:p>
          <a:p>
            <a:pPr algn="just" fontAlgn="base"/>
            <a:r>
              <a:rPr lang="en-US" sz="1300" b="1" dirty="0">
                <a:solidFill>
                  <a:srgbClr val="000000"/>
                </a:solidFill>
                <a:latin typeface="adobe-garamond-pro"/>
              </a:rPr>
              <a:t>When you place your project in our hands, rest assured we will deliver for you. </a:t>
            </a:r>
            <a:r>
              <a:rPr lang="en-US" sz="1300" b="1" dirty="0">
                <a:solidFill>
                  <a:schemeClr val="accent4">
                    <a:lumMod val="75000"/>
                  </a:schemeClr>
                </a:solidFill>
                <a:latin typeface="adobe-garamond-pro"/>
              </a:rPr>
              <a:t>After all, it’s in our Wheelhouse.</a:t>
            </a:r>
          </a:p>
        </p:txBody>
      </p:sp>
      <p:sp>
        <p:nvSpPr>
          <p:cNvPr id="101" name="Oval 100">
            <a:extLst>
              <a:ext uri="{FF2B5EF4-FFF2-40B4-BE49-F238E27FC236}">
                <a16:creationId xmlns:a16="http://schemas.microsoft.com/office/drawing/2014/main" id="{4F48D62F-EF07-5C77-F6CA-707EAB5B1DBF}"/>
              </a:ext>
            </a:extLst>
          </p:cNvPr>
          <p:cNvSpPr>
            <a:spLocks noChangeAspect="1"/>
          </p:cNvSpPr>
          <p:nvPr/>
        </p:nvSpPr>
        <p:spPr>
          <a:xfrm>
            <a:off x="5001753" y="9940575"/>
            <a:ext cx="137160" cy="136023"/>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0056DBDE-F53B-DDD0-237B-11E9FB21D680}"/>
              </a:ext>
            </a:extLst>
          </p:cNvPr>
          <p:cNvSpPr>
            <a:spLocks noChangeAspect="1"/>
          </p:cNvSpPr>
          <p:nvPr/>
        </p:nvSpPr>
        <p:spPr>
          <a:xfrm>
            <a:off x="5929546" y="9940575"/>
            <a:ext cx="137160" cy="136023"/>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44B41606-5B3D-274F-1981-4D83BC93BF49}"/>
              </a:ext>
            </a:extLst>
          </p:cNvPr>
          <p:cNvSpPr txBox="1"/>
          <p:nvPr/>
        </p:nvSpPr>
        <p:spPr>
          <a:xfrm>
            <a:off x="1113888" y="10065476"/>
            <a:ext cx="492186" cy="283154"/>
          </a:xfrm>
          <a:prstGeom prst="rect">
            <a:avLst/>
          </a:prstGeom>
          <a:noFill/>
          <a:effectLst>
            <a:outerShdw blurRad="50800" dist="25400" dir="2700000" algn="tl" rotWithShape="0">
              <a:prstClr val="black">
                <a:alpha val="40000"/>
              </a:prstClr>
            </a:outerShdw>
          </a:effectLst>
        </p:spPr>
        <p:txBody>
          <a:bodyPr wrap="none" lIns="18288" tIns="18288" rIns="18288" bIns="18288" rtlCol="0">
            <a:spAutoFit/>
          </a:bodyPr>
          <a:lstStyle/>
          <a:p>
            <a:pPr algn="ctr"/>
            <a:r>
              <a:rPr lang="en-US" sz="1600" dirty="0">
                <a:solidFill>
                  <a:schemeClr val="accent4">
                    <a:lumMod val="75000"/>
                  </a:schemeClr>
                </a:solidFill>
                <a:latin typeface="Futura Medium" charset="0"/>
                <a:ea typeface="Futura Medium" charset="0"/>
                <a:cs typeface="Futura Medium" charset="0"/>
              </a:rPr>
              <a:t>1840</a:t>
            </a:r>
          </a:p>
        </p:txBody>
      </p:sp>
      <p:sp>
        <p:nvSpPr>
          <p:cNvPr id="30" name="TextBox 29">
            <a:extLst>
              <a:ext uri="{FF2B5EF4-FFF2-40B4-BE49-F238E27FC236}">
                <a16:creationId xmlns:a16="http://schemas.microsoft.com/office/drawing/2014/main" id="{1657ED88-19BB-1422-6415-3579AC9243E0}"/>
              </a:ext>
            </a:extLst>
          </p:cNvPr>
          <p:cNvSpPr txBox="1"/>
          <p:nvPr/>
        </p:nvSpPr>
        <p:spPr>
          <a:xfrm>
            <a:off x="2041696" y="10065476"/>
            <a:ext cx="492186" cy="283154"/>
          </a:xfrm>
          <a:prstGeom prst="rect">
            <a:avLst/>
          </a:prstGeom>
          <a:noFill/>
          <a:effectLst>
            <a:outerShdw blurRad="50800" dist="25400" dir="2700000" algn="tl" rotWithShape="0">
              <a:prstClr val="black">
                <a:alpha val="40000"/>
              </a:prstClr>
            </a:outerShdw>
          </a:effectLst>
        </p:spPr>
        <p:txBody>
          <a:bodyPr wrap="none" lIns="18288" tIns="18288" rIns="18288" bIns="18288" rtlCol="0">
            <a:spAutoFit/>
          </a:bodyPr>
          <a:lstStyle/>
          <a:p>
            <a:pPr algn="ctr"/>
            <a:r>
              <a:rPr lang="en-US" sz="1600" dirty="0">
                <a:solidFill>
                  <a:schemeClr val="accent4">
                    <a:lumMod val="75000"/>
                  </a:schemeClr>
                </a:solidFill>
                <a:latin typeface="Futura Medium" charset="0"/>
                <a:ea typeface="Futura Medium" charset="0"/>
                <a:cs typeface="Futura Medium" charset="0"/>
              </a:rPr>
              <a:t>1850</a:t>
            </a:r>
          </a:p>
        </p:txBody>
      </p:sp>
      <p:sp>
        <p:nvSpPr>
          <p:cNvPr id="31" name="TextBox 30">
            <a:extLst>
              <a:ext uri="{FF2B5EF4-FFF2-40B4-BE49-F238E27FC236}">
                <a16:creationId xmlns:a16="http://schemas.microsoft.com/office/drawing/2014/main" id="{F0DD0484-4740-B273-9DF2-57E2A6F9855C}"/>
              </a:ext>
            </a:extLst>
          </p:cNvPr>
          <p:cNvSpPr txBox="1"/>
          <p:nvPr/>
        </p:nvSpPr>
        <p:spPr>
          <a:xfrm>
            <a:off x="11319776" y="10065476"/>
            <a:ext cx="492186" cy="283154"/>
          </a:xfrm>
          <a:prstGeom prst="rect">
            <a:avLst/>
          </a:prstGeom>
          <a:noFill/>
          <a:effectLst>
            <a:outerShdw blurRad="50800" dist="25400" dir="2700000" algn="tl" rotWithShape="0">
              <a:prstClr val="black">
                <a:alpha val="40000"/>
              </a:prstClr>
            </a:outerShdw>
          </a:effectLst>
        </p:spPr>
        <p:txBody>
          <a:bodyPr wrap="none" lIns="18288" tIns="18288" rIns="18288" bIns="18288" rtlCol="0">
            <a:spAutoFit/>
          </a:bodyPr>
          <a:lstStyle/>
          <a:p>
            <a:pPr algn="ctr"/>
            <a:r>
              <a:rPr lang="en-US" sz="1600" dirty="0">
                <a:solidFill>
                  <a:schemeClr val="accent4">
                    <a:lumMod val="75000"/>
                  </a:schemeClr>
                </a:solidFill>
                <a:latin typeface="Futura Medium" charset="0"/>
                <a:ea typeface="Futura Medium" charset="0"/>
                <a:cs typeface="Futura Medium" charset="0"/>
              </a:rPr>
              <a:t>1950</a:t>
            </a:r>
          </a:p>
        </p:txBody>
      </p:sp>
      <p:sp>
        <p:nvSpPr>
          <p:cNvPr id="32" name="TextBox 31">
            <a:extLst>
              <a:ext uri="{FF2B5EF4-FFF2-40B4-BE49-F238E27FC236}">
                <a16:creationId xmlns:a16="http://schemas.microsoft.com/office/drawing/2014/main" id="{24D2BE17-81B2-3CFA-32A5-38C50C66D370}"/>
              </a:ext>
            </a:extLst>
          </p:cNvPr>
          <p:cNvSpPr txBox="1"/>
          <p:nvPr/>
        </p:nvSpPr>
        <p:spPr>
          <a:xfrm>
            <a:off x="7608544" y="10065476"/>
            <a:ext cx="492186" cy="283154"/>
          </a:xfrm>
          <a:prstGeom prst="rect">
            <a:avLst/>
          </a:prstGeom>
          <a:noFill/>
          <a:effectLst>
            <a:outerShdw blurRad="50800" dist="25400" dir="2700000" algn="tl" rotWithShape="0">
              <a:prstClr val="black">
                <a:alpha val="40000"/>
              </a:prstClr>
            </a:outerShdw>
          </a:effectLst>
        </p:spPr>
        <p:txBody>
          <a:bodyPr wrap="none" lIns="18288" tIns="18288" rIns="18288" bIns="18288" rtlCol="0">
            <a:spAutoFit/>
          </a:bodyPr>
          <a:lstStyle/>
          <a:p>
            <a:pPr algn="ctr"/>
            <a:r>
              <a:rPr lang="en-US" sz="1600" dirty="0">
                <a:solidFill>
                  <a:schemeClr val="accent4">
                    <a:lumMod val="75000"/>
                  </a:schemeClr>
                </a:solidFill>
                <a:latin typeface="Futura Medium" charset="0"/>
                <a:ea typeface="Futura Medium" charset="0"/>
                <a:cs typeface="Futura Medium" charset="0"/>
              </a:rPr>
              <a:t>1910</a:t>
            </a:r>
          </a:p>
        </p:txBody>
      </p:sp>
      <p:sp>
        <p:nvSpPr>
          <p:cNvPr id="33" name="TextBox 32">
            <a:extLst>
              <a:ext uri="{FF2B5EF4-FFF2-40B4-BE49-F238E27FC236}">
                <a16:creationId xmlns:a16="http://schemas.microsoft.com/office/drawing/2014/main" id="{179BA0D8-E790-FD8C-BA52-CFC0CA323348}"/>
              </a:ext>
            </a:extLst>
          </p:cNvPr>
          <p:cNvSpPr txBox="1"/>
          <p:nvPr/>
        </p:nvSpPr>
        <p:spPr>
          <a:xfrm>
            <a:off x="14103200" y="10065476"/>
            <a:ext cx="492186" cy="283154"/>
          </a:xfrm>
          <a:prstGeom prst="rect">
            <a:avLst/>
          </a:prstGeom>
          <a:noFill/>
          <a:effectLst>
            <a:outerShdw blurRad="50800" dist="25400" dir="2700000" algn="tl" rotWithShape="0">
              <a:prstClr val="black">
                <a:alpha val="40000"/>
              </a:prstClr>
            </a:outerShdw>
          </a:effectLst>
        </p:spPr>
        <p:txBody>
          <a:bodyPr wrap="none" lIns="18288" tIns="18288" rIns="18288" bIns="18288" rtlCol="0">
            <a:spAutoFit/>
          </a:bodyPr>
          <a:lstStyle/>
          <a:p>
            <a:pPr algn="ctr"/>
            <a:r>
              <a:rPr lang="en-US" sz="1600" dirty="0">
                <a:solidFill>
                  <a:schemeClr val="accent4">
                    <a:lumMod val="75000"/>
                  </a:schemeClr>
                </a:solidFill>
                <a:latin typeface="Futura Medium" charset="0"/>
                <a:ea typeface="Futura Medium" charset="0"/>
                <a:cs typeface="Futura Medium" charset="0"/>
              </a:rPr>
              <a:t>1980</a:t>
            </a:r>
          </a:p>
        </p:txBody>
      </p:sp>
      <p:sp>
        <p:nvSpPr>
          <p:cNvPr id="34" name="TextBox 33">
            <a:extLst>
              <a:ext uri="{FF2B5EF4-FFF2-40B4-BE49-F238E27FC236}">
                <a16:creationId xmlns:a16="http://schemas.microsoft.com/office/drawing/2014/main" id="{B4578C42-8BF3-87D9-B562-E174AECFAD66}"/>
              </a:ext>
            </a:extLst>
          </p:cNvPr>
          <p:cNvSpPr txBox="1"/>
          <p:nvPr/>
        </p:nvSpPr>
        <p:spPr>
          <a:xfrm>
            <a:off x="13175392" y="10065476"/>
            <a:ext cx="492186" cy="283154"/>
          </a:xfrm>
          <a:prstGeom prst="rect">
            <a:avLst/>
          </a:prstGeom>
          <a:noFill/>
          <a:effectLst>
            <a:outerShdw blurRad="50800" dist="25400" dir="2700000" algn="tl" rotWithShape="0">
              <a:prstClr val="black">
                <a:alpha val="40000"/>
              </a:prstClr>
            </a:outerShdw>
          </a:effectLst>
        </p:spPr>
        <p:txBody>
          <a:bodyPr wrap="none" lIns="18288" tIns="18288" rIns="18288" bIns="18288" rtlCol="0">
            <a:spAutoFit/>
          </a:bodyPr>
          <a:lstStyle/>
          <a:p>
            <a:pPr algn="ctr"/>
            <a:r>
              <a:rPr lang="en-US" sz="1600" dirty="0">
                <a:solidFill>
                  <a:schemeClr val="accent4">
                    <a:lumMod val="75000"/>
                  </a:schemeClr>
                </a:solidFill>
                <a:latin typeface="Futura Medium" charset="0"/>
                <a:ea typeface="Futura Medium" charset="0"/>
                <a:cs typeface="Futura Medium" charset="0"/>
              </a:rPr>
              <a:t>1970</a:t>
            </a:r>
          </a:p>
        </p:txBody>
      </p:sp>
      <p:sp>
        <p:nvSpPr>
          <p:cNvPr id="35" name="TextBox 34">
            <a:extLst>
              <a:ext uri="{FF2B5EF4-FFF2-40B4-BE49-F238E27FC236}">
                <a16:creationId xmlns:a16="http://schemas.microsoft.com/office/drawing/2014/main" id="{807D4E9C-D48F-1491-62FF-9D7FA55C4EC9}"/>
              </a:ext>
            </a:extLst>
          </p:cNvPr>
          <p:cNvSpPr txBox="1"/>
          <p:nvPr/>
        </p:nvSpPr>
        <p:spPr>
          <a:xfrm>
            <a:off x="12247584" y="10065476"/>
            <a:ext cx="492186" cy="283154"/>
          </a:xfrm>
          <a:prstGeom prst="rect">
            <a:avLst/>
          </a:prstGeom>
          <a:noFill/>
          <a:effectLst>
            <a:outerShdw blurRad="50800" dist="25400" dir="2700000" algn="tl" rotWithShape="0">
              <a:prstClr val="black">
                <a:alpha val="40000"/>
              </a:prstClr>
            </a:outerShdw>
          </a:effectLst>
        </p:spPr>
        <p:txBody>
          <a:bodyPr wrap="none" lIns="18288" tIns="18288" rIns="18288" bIns="18288" rtlCol="0">
            <a:spAutoFit/>
          </a:bodyPr>
          <a:lstStyle/>
          <a:p>
            <a:pPr algn="ctr"/>
            <a:r>
              <a:rPr lang="en-US" sz="1600" dirty="0">
                <a:solidFill>
                  <a:schemeClr val="accent4">
                    <a:lumMod val="75000"/>
                  </a:schemeClr>
                </a:solidFill>
                <a:latin typeface="Futura Medium" charset="0"/>
                <a:ea typeface="Futura Medium" charset="0"/>
                <a:cs typeface="Futura Medium" charset="0"/>
              </a:rPr>
              <a:t>1960</a:t>
            </a:r>
          </a:p>
        </p:txBody>
      </p:sp>
      <p:sp>
        <p:nvSpPr>
          <p:cNvPr id="37" name="TextBox 36">
            <a:extLst>
              <a:ext uri="{FF2B5EF4-FFF2-40B4-BE49-F238E27FC236}">
                <a16:creationId xmlns:a16="http://schemas.microsoft.com/office/drawing/2014/main" id="{4407B346-CF62-A410-331B-C04F005918D4}"/>
              </a:ext>
            </a:extLst>
          </p:cNvPr>
          <p:cNvSpPr txBox="1"/>
          <p:nvPr/>
        </p:nvSpPr>
        <p:spPr>
          <a:xfrm>
            <a:off x="15958816" y="10065476"/>
            <a:ext cx="492186" cy="283154"/>
          </a:xfrm>
          <a:prstGeom prst="rect">
            <a:avLst/>
          </a:prstGeom>
          <a:noFill/>
          <a:effectLst>
            <a:outerShdw blurRad="50800" dist="25400" dir="2700000" algn="tl" rotWithShape="0">
              <a:prstClr val="black">
                <a:alpha val="40000"/>
              </a:prstClr>
            </a:outerShdw>
          </a:effectLst>
        </p:spPr>
        <p:txBody>
          <a:bodyPr wrap="none" lIns="18288" tIns="18288" rIns="18288" bIns="18288" rtlCol="0">
            <a:spAutoFit/>
          </a:bodyPr>
          <a:lstStyle/>
          <a:p>
            <a:pPr algn="ctr"/>
            <a:r>
              <a:rPr lang="en-US" sz="1600" dirty="0">
                <a:solidFill>
                  <a:schemeClr val="accent4">
                    <a:lumMod val="75000"/>
                  </a:schemeClr>
                </a:solidFill>
                <a:latin typeface="Futura Medium" charset="0"/>
                <a:ea typeface="Futura Medium" charset="0"/>
                <a:cs typeface="Futura Medium" charset="0"/>
              </a:rPr>
              <a:t>2000</a:t>
            </a:r>
          </a:p>
        </p:txBody>
      </p:sp>
      <p:sp>
        <p:nvSpPr>
          <p:cNvPr id="38" name="TextBox 37">
            <a:extLst>
              <a:ext uri="{FF2B5EF4-FFF2-40B4-BE49-F238E27FC236}">
                <a16:creationId xmlns:a16="http://schemas.microsoft.com/office/drawing/2014/main" id="{13055039-1AE1-012B-3304-C0A5528A3B0D}"/>
              </a:ext>
            </a:extLst>
          </p:cNvPr>
          <p:cNvSpPr txBox="1"/>
          <p:nvPr/>
        </p:nvSpPr>
        <p:spPr>
          <a:xfrm>
            <a:off x="15031008" y="10065476"/>
            <a:ext cx="492186" cy="283154"/>
          </a:xfrm>
          <a:prstGeom prst="rect">
            <a:avLst/>
          </a:prstGeom>
          <a:noFill/>
          <a:effectLst>
            <a:outerShdw blurRad="50800" dist="25400" dir="2700000" algn="tl" rotWithShape="0">
              <a:prstClr val="black">
                <a:alpha val="40000"/>
              </a:prstClr>
            </a:outerShdw>
          </a:effectLst>
        </p:spPr>
        <p:txBody>
          <a:bodyPr wrap="none" lIns="18288" tIns="18288" rIns="18288" bIns="18288" rtlCol="0">
            <a:spAutoFit/>
          </a:bodyPr>
          <a:lstStyle/>
          <a:p>
            <a:pPr algn="ctr"/>
            <a:r>
              <a:rPr lang="en-US" sz="1600" dirty="0">
                <a:solidFill>
                  <a:schemeClr val="accent4">
                    <a:lumMod val="75000"/>
                  </a:schemeClr>
                </a:solidFill>
                <a:latin typeface="Futura Medium" charset="0"/>
                <a:ea typeface="Futura Medium" charset="0"/>
                <a:cs typeface="Futura Medium" charset="0"/>
              </a:rPr>
              <a:t>1990</a:t>
            </a:r>
          </a:p>
        </p:txBody>
      </p:sp>
      <p:sp>
        <p:nvSpPr>
          <p:cNvPr id="39" name="TextBox 38">
            <a:extLst>
              <a:ext uri="{FF2B5EF4-FFF2-40B4-BE49-F238E27FC236}">
                <a16:creationId xmlns:a16="http://schemas.microsoft.com/office/drawing/2014/main" id="{60766BA3-2AB6-3258-463C-BDA4E5CE775E}"/>
              </a:ext>
            </a:extLst>
          </p:cNvPr>
          <p:cNvSpPr txBox="1"/>
          <p:nvPr/>
        </p:nvSpPr>
        <p:spPr>
          <a:xfrm>
            <a:off x="17814429" y="10065476"/>
            <a:ext cx="492186" cy="283154"/>
          </a:xfrm>
          <a:prstGeom prst="rect">
            <a:avLst/>
          </a:prstGeom>
          <a:noFill/>
          <a:effectLst>
            <a:outerShdw blurRad="50800" dist="25400" dir="2700000" algn="tl" rotWithShape="0">
              <a:prstClr val="black">
                <a:alpha val="40000"/>
              </a:prstClr>
            </a:outerShdw>
          </a:effectLst>
        </p:spPr>
        <p:txBody>
          <a:bodyPr wrap="none" lIns="18288" tIns="18288" rIns="18288" bIns="18288" rtlCol="0">
            <a:spAutoFit/>
          </a:bodyPr>
          <a:lstStyle/>
          <a:p>
            <a:pPr algn="ctr"/>
            <a:r>
              <a:rPr lang="en-US" sz="1600" dirty="0">
                <a:solidFill>
                  <a:schemeClr val="accent4">
                    <a:lumMod val="75000"/>
                  </a:schemeClr>
                </a:solidFill>
                <a:latin typeface="Futura Medium" charset="0"/>
                <a:ea typeface="Futura Medium" charset="0"/>
                <a:cs typeface="Futura Medium" charset="0"/>
              </a:rPr>
              <a:t>2020</a:t>
            </a:r>
          </a:p>
        </p:txBody>
      </p:sp>
      <p:sp>
        <p:nvSpPr>
          <p:cNvPr id="107" name="TextBox 106">
            <a:extLst>
              <a:ext uri="{FF2B5EF4-FFF2-40B4-BE49-F238E27FC236}">
                <a16:creationId xmlns:a16="http://schemas.microsoft.com/office/drawing/2014/main" id="{1C2DD040-08D1-1B4C-19F7-CEEFE31A3B47}"/>
              </a:ext>
            </a:extLst>
          </p:cNvPr>
          <p:cNvSpPr txBox="1"/>
          <p:nvPr/>
        </p:nvSpPr>
        <p:spPr>
          <a:xfrm>
            <a:off x="4825120" y="10065476"/>
            <a:ext cx="492186" cy="283154"/>
          </a:xfrm>
          <a:prstGeom prst="rect">
            <a:avLst/>
          </a:prstGeom>
          <a:noFill/>
          <a:effectLst>
            <a:outerShdw blurRad="50800" dist="25400" dir="2700000" algn="tl" rotWithShape="0">
              <a:prstClr val="black">
                <a:alpha val="40000"/>
              </a:prstClr>
            </a:outerShdw>
          </a:effectLst>
        </p:spPr>
        <p:txBody>
          <a:bodyPr wrap="none" lIns="18288" tIns="18288" rIns="18288" bIns="18288" rtlCol="0">
            <a:spAutoFit/>
          </a:bodyPr>
          <a:lstStyle/>
          <a:p>
            <a:pPr algn="ctr"/>
            <a:r>
              <a:rPr lang="en-US" sz="1600" dirty="0">
                <a:solidFill>
                  <a:schemeClr val="accent4">
                    <a:lumMod val="75000"/>
                  </a:schemeClr>
                </a:solidFill>
                <a:latin typeface="Futura Medium" charset="0"/>
                <a:ea typeface="Futura Medium" charset="0"/>
                <a:cs typeface="Futura Medium" charset="0"/>
              </a:rPr>
              <a:t>1880</a:t>
            </a:r>
          </a:p>
        </p:txBody>
      </p:sp>
      <p:sp>
        <p:nvSpPr>
          <p:cNvPr id="108" name="TextBox 107">
            <a:extLst>
              <a:ext uri="{FF2B5EF4-FFF2-40B4-BE49-F238E27FC236}">
                <a16:creationId xmlns:a16="http://schemas.microsoft.com/office/drawing/2014/main" id="{8C318586-BF28-BD85-2636-CF292509B89F}"/>
              </a:ext>
            </a:extLst>
          </p:cNvPr>
          <p:cNvSpPr txBox="1"/>
          <p:nvPr/>
        </p:nvSpPr>
        <p:spPr>
          <a:xfrm>
            <a:off x="5752928" y="10065476"/>
            <a:ext cx="492186" cy="283154"/>
          </a:xfrm>
          <a:prstGeom prst="rect">
            <a:avLst/>
          </a:prstGeom>
          <a:noFill/>
          <a:effectLst>
            <a:outerShdw blurRad="50800" dist="25400" dir="2700000" algn="tl" rotWithShape="0">
              <a:prstClr val="black">
                <a:alpha val="40000"/>
              </a:prstClr>
            </a:outerShdw>
          </a:effectLst>
        </p:spPr>
        <p:txBody>
          <a:bodyPr wrap="none" lIns="18288" tIns="18288" rIns="18288" bIns="18288" rtlCol="0">
            <a:spAutoFit/>
          </a:bodyPr>
          <a:lstStyle/>
          <a:p>
            <a:pPr algn="ctr"/>
            <a:r>
              <a:rPr lang="en-US" sz="1600" dirty="0">
                <a:solidFill>
                  <a:schemeClr val="accent4">
                    <a:lumMod val="75000"/>
                  </a:schemeClr>
                </a:solidFill>
                <a:latin typeface="Futura Medium" charset="0"/>
                <a:ea typeface="Futura Medium" charset="0"/>
                <a:cs typeface="Futura Medium" charset="0"/>
              </a:rPr>
              <a:t>1890</a:t>
            </a:r>
          </a:p>
        </p:txBody>
      </p:sp>
      <p:sp>
        <p:nvSpPr>
          <p:cNvPr id="111" name="TextBox 110">
            <a:extLst>
              <a:ext uri="{FF2B5EF4-FFF2-40B4-BE49-F238E27FC236}">
                <a16:creationId xmlns:a16="http://schemas.microsoft.com/office/drawing/2014/main" id="{D0DFDB8D-312F-F8AE-058A-A13CEF96FD44}"/>
              </a:ext>
            </a:extLst>
          </p:cNvPr>
          <p:cNvSpPr txBox="1"/>
          <p:nvPr/>
        </p:nvSpPr>
        <p:spPr>
          <a:xfrm>
            <a:off x="10391968" y="10065476"/>
            <a:ext cx="492186" cy="283154"/>
          </a:xfrm>
          <a:prstGeom prst="rect">
            <a:avLst/>
          </a:prstGeom>
          <a:noFill/>
          <a:effectLst>
            <a:outerShdw blurRad="50800" dist="25400" dir="2700000" algn="tl" rotWithShape="0">
              <a:prstClr val="black">
                <a:alpha val="40000"/>
              </a:prstClr>
            </a:outerShdw>
          </a:effectLst>
        </p:spPr>
        <p:txBody>
          <a:bodyPr wrap="none" lIns="18288" tIns="18288" rIns="18288" bIns="18288" rtlCol="0">
            <a:spAutoFit/>
          </a:bodyPr>
          <a:lstStyle/>
          <a:p>
            <a:pPr algn="ctr"/>
            <a:r>
              <a:rPr lang="en-US" sz="1600" dirty="0">
                <a:solidFill>
                  <a:schemeClr val="accent4">
                    <a:lumMod val="75000"/>
                  </a:schemeClr>
                </a:solidFill>
                <a:latin typeface="Futura Medium" charset="0"/>
                <a:ea typeface="Futura Medium" charset="0"/>
                <a:cs typeface="Futura Medium" charset="0"/>
              </a:rPr>
              <a:t>1940</a:t>
            </a:r>
          </a:p>
        </p:txBody>
      </p:sp>
      <p:sp>
        <p:nvSpPr>
          <p:cNvPr id="46" name="Oval 45">
            <a:extLst>
              <a:ext uri="{FF2B5EF4-FFF2-40B4-BE49-F238E27FC236}">
                <a16:creationId xmlns:a16="http://schemas.microsoft.com/office/drawing/2014/main" id="{55F207BD-8932-D424-4771-8B9052A4963F}"/>
              </a:ext>
            </a:extLst>
          </p:cNvPr>
          <p:cNvSpPr>
            <a:spLocks noChangeAspect="1"/>
          </p:cNvSpPr>
          <p:nvPr/>
        </p:nvSpPr>
        <p:spPr>
          <a:xfrm>
            <a:off x="17063062" y="9932955"/>
            <a:ext cx="137160" cy="136023"/>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89005AAE-6A89-E012-F0B3-1871BE067FF5}"/>
              </a:ext>
            </a:extLst>
          </p:cNvPr>
          <p:cNvSpPr txBox="1"/>
          <p:nvPr/>
        </p:nvSpPr>
        <p:spPr>
          <a:xfrm>
            <a:off x="16886624" y="10065476"/>
            <a:ext cx="492186" cy="283154"/>
          </a:xfrm>
          <a:prstGeom prst="rect">
            <a:avLst/>
          </a:prstGeom>
          <a:noFill/>
          <a:effectLst>
            <a:outerShdw blurRad="50800" dist="25400" dir="2700000" algn="tl" rotWithShape="0">
              <a:prstClr val="black">
                <a:alpha val="40000"/>
              </a:prstClr>
            </a:outerShdw>
          </a:effectLst>
        </p:spPr>
        <p:txBody>
          <a:bodyPr wrap="none" lIns="18288" tIns="18288" rIns="18288" bIns="18288" rtlCol="0">
            <a:spAutoFit/>
          </a:bodyPr>
          <a:lstStyle/>
          <a:p>
            <a:pPr algn="ctr"/>
            <a:r>
              <a:rPr lang="en-US" sz="1600" dirty="0">
                <a:solidFill>
                  <a:schemeClr val="accent4">
                    <a:lumMod val="75000"/>
                  </a:schemeClr>
                </a:solidFill>
                <a:latin typeface="Futura Medium" charset="0"/>
                <a:ea typeface="Futura Medium" charset="0"/>
                <a:cs typeface="Futura Medium" charset="0"/>
              </a:rPr>
              <a:t>2010</a:t>
            </a:r>
          </a:p>
        </p:txBody>
      </p:sp>
      <p:sp>
        <p:nvSpPr>
          <p:cNvPr id="105" name="Oval 104">
            <a:extLst>
              <a:ext uri="{FF2B5EF4-FFF2-40B4-BE49-F238E27FC236}">
                <a16:creationId xmlns:a16="http://schemas.microsoft.com/office/drawing/2014/main" id="{48EF47DA-1A77-D36D-20EF-C9183689C40C}"/>
              </a:ext>
            </a:extLst>
          </p:cNvPr>
          <p:cNvSpPr>
            <a:spLocks noChangeAspect="1"/>
          </p:cNvSpPr>
          <p:nvPr/>
        </p:nvSpPr>
        <p:spPr>
          <a:xfrm>
            <a:off x="9640718" y="9940575"/>
            <a:ext cx="137160" cy="136023"/>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TextBox 108">
            <a:extLst>
              <a:ext uri="{FF2B5EF4-FFF2-40B4-BE49-F238E27FC236}">
                <a16:creationId xmlns:a16="http://schemas.microsoft.com/office/drawing/2014/main" id="{BECBCC0F-5E2C-794F-51BE-F3136DB075F0}"/>
              </a:ext>
            </a:extLst>
          </p:cNvPr>
          <p:cNvSpPr txBox="1"/>
          <p:nvPr/>
        </p:nvSpPr>
        <p:spPr>
          <a:xfrm>
            <a:off x="8536352" y="10065476"/>
            <a:ext cx="492186" cy="283154"/>
          </a:xfrm>
          <a:prstGeom prst="rect">
            <a:avLst/>
          </a:prstGeom>
          <a:noFill/>
          <a:effectLst>
            <a:outerShdw blurRad="50800" dist="25400" dir="2700000" algn="tl" rotWithShape="0">
              <a:prstClr val="black">
                <a:alpha val="40000"/>
              </a:prstClr>
            </a:outerShdw>
          </a:effectLst>
        </p:spPr>
        <p:txBody>
          <a:bodyPr wrap="none" lIns="18288" tIns="18288" rIns="18288" bIns="18288" rtlCol="0">
            <a:spAutoFit/>
          </a:bodyPr>
          <a:lstStyle/>
          <a:p>
            <a:pPr algn="ctr"/>
            <a:r>
              <a:rPr lang="en-US" sz="1600" dirty="0">
                <a:solidFill>
                  <a:schemeClr val="accent4">
                    <a:lumMod val="75000"/>
                  </a:schemeClr>
                </a:solidFill>
                <a:latin typeface="Futura Medium" charset="0"/>
                <a:ea typeface="Futura Medium" charset="0"/>
                <a:cs typeface="Futura Medium" charset="0"/>
              </a:rPr>
              <a:t>1920</a:t>
            </a:r>
          </a:p>
        </p:txBody>
      </p:sp>
      <p:sp>
        <p:nvSpPr>
          <p:cNvPr id="110" name="TextBox 109">
            <a:extLst>
              <a:ext uri="{FF2B5EF4-FFF2-40B4-BE49-F238E27FC236}">
                <a16:creationId xmlns:a16="http://schemas.microsoft.com/office/drawing/2014/main" id="{0001F955-AC78-1C4A-1299-8B4557AEAC37}"/>
              </a:ext>
            </a:extLst>
          </p:cNvPr>
          <p:cNvSpPr txBox="1"/>
          <p:nvPr/>
        </p:nvSpPr>
        <p:spPr>
          <a:xfrm>
            <a:off x="9464160" y="10065476"/>
            <a:ext cx="492186" cy="283154"/>
          </a:xfrm>
          <a:prstGeom prst="rect">
            <a:avLst/>
          </a:prstGeom>
          <a:noFill/>
          <a:effectLst>
            <a:outerShdw blurRad="50800" dist="25400" dir="2700000" algn="tl" rotWithShape="0">
              <a:prstClr val="black">
                <a:alpha val="40000"/>
              </a:prstClr>
            </a:outerShdw>
          </a:effectLst>
        </p:spPr>
        <p:txBody>
          <a:bodyPr wrap="none" lIns="18288" tIns="18288" rIns="18288" bIns="18288" rtlCol="0">
            <a:spAutoFit/>
          </a:bodyPr>
          <a:lstStyle/>
          <a:p>
            <a:pPr algn="ctr"/>
            <a:r>
              <a:rPr lang="en-US" sz="1600" dirty="0">
                <a:solidFill>
                  <a:schemeClr val="accent4">
                    <a:lumMod val="75000"/>
                  </a:schemeClr>
                </a:solidFill>
                <a:latin typeface="Futura Medium" charset="0"/>
                <a:ea typeface="Futura Medium" charset="0"/>
                <a:cs typeface="Futura Medium" charset="0"/>
              </a:rPr>
              <a:t>1930</a:t>
            </a:r>
          </a:p>
        </p:txBody>
      </p:sp>
      <p:sp>
        <p:nvSpPr>
          <p:cNvPr id="104" name="Oval 103">
            <a:extLst>
              <a:ext uri="{FF2B5EF4-FFF2-40B4-BE49-F238E27FC236}">
                <a16:creationId xmlns:a16="http://schemas.microsoft.com/office/drawing/2014/main" id="{1CA97BA6-8F38-2B91-5024-39DDA6F645D4}"/>
              </a:ext>
            </a:extLst>
          </p:cNvPr>
          <p:cNvSpPr>
            <a:spLocks noChangeAspect="1"/>
          </p:cNvSpPr>
          <p:nvPr/>
        </p:nvSpPr>
        <p:spPr>
          <a:xfrm>
            <a:off x="8712925" y="9940575"/>
            <a:ext cx="137160" cy="136023"/>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E230A03F-7DB6-5982-D7F0-7CFB61E6DAB3}"/>
              </a:ext>
            </a:extLst>
          </p:cNvPr>
          <p:cNvSpPr>
            <a:spLocks noChangeAspect="1"/>
          </p:cNvSpPr>
          <p:nvPr/>
        </p:nvSpPr>
        <p:spPr>
          <a:xfrm>
            <a:off x="6857339" y="9940575"/>
            <a:ext cx="137160" cy="136023"/>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B49601C7-34E8-8B48-BAC3-E391D38EE76D}"/>
              </a:ext>
            </a:extLst>
          </p:cNvPr>
          <p:cNvSpPr txBox="1"/>
          <p:nvPr/>
        </p:nvSpPr>
        <p:spPr>
          <a:xfrm>
            <a:off x="6680736" y="10065476"/>
            <a:ext cx="492186" cy="283154"/>
          </a:xfrm>
          <a:prstGeom prst="rect">
            <a:avLst/>
          </a:prstGeom>
          <a:noFill/>
          <a:effectLst>
            <a:outerShdw blurRad="50800" dist="25400" dir="2700000" algn="tl" rotWithShape="0">
              <a:prstClr val="black">
                <a:alpha val="40000"/>
              </a:prstClr>
            </a:outerShdw>
          </a:effectLst>
        </p:spPr>
        <p:txBody>
          <a:bodyPr wrap="none" lIns="18288" tIns="18288" rIns="18288" bIns="18288" rtlCol="0">
            <a:spAutoFit/>
          </a:bodyPr>
          <a:lstStyle/>
          <a:p>
            <a:pPr algn="ctr"/>
            <a:r>
              <a:rPr lang="en-US" sz="1600" dirty="0">
                <a:solidFill>
                  <a:schemeClr val="accent4">
                    <a:lumMod val="75000"/>
                  </a:schemeClr>
                </a:solidFill>
                <a:latin typeface="Futura Medium" charset="0"/>
                <a:ea typeface="Futura Medium" charset="0"/>
                <a:cs typeface="Futura Medium" charset="0"/>
              </a:rPr>
              <a:t>1900</a:t>
            </a:r>
          </a:p>
        </p:txBody>
      </p:sp>
      <p:sp>
        <p:nvSpPr>
          <p:cNvPr id="106" name="TextBox 105">
            <a:extLst>
              <a:ext uri="{FF2B5EF4-FFF2-40B4-BE49-F238E27FC236}">
                <a16:creationId xmlns:a16="http://schemas.microsoft.com/office/drawing/2014/main" id="{CD8786B7-66F7-7B84-D53C-431544684CF7}"/>
              </a:ext>
            </a:extLst>
          </p:cNvPr>
          <p:cNvSpPr txBox="1"/>
          <p:nvPr/>
        </p:nvSpPr>
        <p:spPr>
          <a:xfrm>
            <a:off x="3897312" y="10065476"/>
            <a:ext cx="492186" cy="283154"/>
          </a:xfrm>
          <a:prstGeom prst="rect">
            <a:avLst/>
          </a:prstGeom>
          <a:noFill/>
          <a:effectLst>
            <a:outerShdw blurRad="50800" dist="25400" dir="2700000" algn="tl" rotWithShape="0">
              <a:prstClr val="black">
                <a:alpha val="40000"/>
              </a:prstClr>
            </a:outerShdw>
          </a:effectLst>
        </p:spPr>
        <p:txBody>
          <a:bodyPr wrap="none" lIns="18288" tIns="18288" rIns="18288" bIns="18288" rtlCol="0">
            <a:spAutoFit/>
          </a:bodyPr>
          <a:lstStyle/>
          <a:p>
            <a:pPr algn="ctr"/>
            <a:r>
              <a:rPr lang="en-US" sz="1600" dirty="0">
                <a:solidFill>
                  <a:schemeClr val="accent4">
                    <a:lumMod val="75000"/>
                  </a:schemeClr>
                </a:solidFill>
                <a:latin typeface="Futura Medium" charset="0"/>
                <a:ea typeface="Futura Medium" charset="0"/>
                <a:cs typeface="Futura Medium" charset="0"/>
              </a:rPr>
              <a:t>1870</a:t>
            </a:r>
          </a:p>
        </p:txBody>
      </p:sp>
      <p:sp>
        <p:nvSpPr>
          <p:cNvPr id="100" name="Oval 99">
            <a:extLst>
              <a:ext uri="{FF2B5EF4-FFF2-40B4-BE49-F238E27FC236}">
                <a16:creationId xmlns:a16="http://schemas.microsoft.com/office/drawing/2014/main" id="{83351CF9-2ABB-259B-EB2D-476ED4CE7433}"/>
              </a:ext>
            </a:extLst>
          </p:cNvPr>
          <p:cNvSpPr>
            <a:spLocks noChangeAspect="1"/>
          </p:cNvSpPr>
          <p:nvPr/>
        </p:nvSpPr>
        <p:spPr>
          <a:xfrm>
            <a:off x="4073960" y="9940575"/>
            <a:ext cx="137160" cy="136023"/>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24851BC5-3E1B-527B-1DA1-CC11DCAFFCEC}"/>
              </a:ext>
            </a:extLst>
          </p:cNvPr>
          <p:cNvGrpSpPr>
            <a:grpSpLocks noChangeAspect="1"/>
          </p:cNvGrpSpPr>
          <p:nvPr/>
        </p:nvGrpSpPr>
        <p:grpSpPr>
          <a:xfrm>
            <a:off x="5597386" y="3880911"/>
            <a:ext cx="3642089" cy="2743200"/>
            <a:chOff x="8213766" y="2586179"/>
            <a:chExt cx="2591013" cy="1951536"/>
          </a:xfrm>
        </p:grpSpPr>
        <p:sp>
          <p:nvSpPr>
            <p:cNvPr id="64" name="Rectangle: Rounded Corners 63">
              <a:extLst>
                <a:ext uri="{FF2B5EF4-FFF2-40B4-BE49-F238E27FC236}">
                  <a16:creationId xmlns:a16="http://schemas.microsoft.com/office/drawing/2014/main" id="{B7A4E7E8-B693-E6CC-AAC8-D8A7D0E74457}"/>
                </a:ext>
              </a:extLst>
            </p:cNvPr>
            <p:cNvSpPr/>
            <p:nvPr/>
          </p:nvSpPr>
          <p:spPr>
            <a:xfrm>
              <a:off x="8213766" y="2586179"/>
              <a:ext cx="2591013" cy="1951536"/>
            </a:xfrm>
            <a:prstGeom prst="roundRect">
              <a:avLst>
                <a:gd name="adj" fmla="val 4709"/>
              </a:avLst>
            </a:prstGeom>
            <a:solidFill>
              <a:schemeClr val="bg1"/>
            </a:solidFill>
            <a:ln w="31750">
              <a:solidFill>
                <a:schemeClr val="accent4">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 name="Picture 10" descr="Wheelhouse is a baseball term. It refers to part of an ...">
              <a:extLst>
                <a:ext uri="{FF2B5EF4-FFF2-40B4-BE49-F238E27FC236}">
                  <a16:creationId xmlns:a16="http://schemas.microsoft.com/office/drawing/2014/main" id="{1C9A6960-6EE5-3A22-A7BA-811C56EBE0F0}"/>
                </a:ext>
              </a:extLst>
            </p:cNvPr>
            <p:cNvPicPr>
              <a:picLocks noChangeAspect="1" noChangeArrowheads="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l="4804" r="5009"/>
            <a:stretch/>
          </p:blipFill>
          <p:spPr bwMode="auto">
            <a:xfrm>
              <a:off x="8320669" y="2683050"/>
              <a:ext cx="2377207" cy="175779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 name="Group 3">
            <a:extLst>
              <a:ext uri="{FF2B5EF4-FFF2-40B4-BE49-F238E27FC236}">
                <a16:creationId xmlns:a16="http://schemas.microsoft.com/office/drawing/2014/main" id="{ED8ED1E5-E289-1F7C-EEE2-025CC789A08C}"/>
              </a:ext>
            </a:extLst>
          </p:cNvPr>
          <p:cNvGrpSpPr>
            <a:grpSpLocks noChangeAspect="1"/>
          </p:cNvGrpSpPr>
          <p:nvPr/>
        </p:nvGrpSpPr>
        <p:grpSpPr>
          <a:xfrm>
            <a:off x="10174556" y="3880911"/>
            <a:ext cx="3642089" cy="2743200"/>
            <a:chOff x="11281981" y="2586179"/>
            <a:chExt cx="2591013" cy="1951536"/>
          </a:xfrm>
        </p:grpSpPr>
        <p:sp>
          <p:nvSpPr>
            <p:cNvPr id="63" name="Rectangle: Rounded Corners 62">
              <a:extLst>
                <a:ext uri="{FF2B5EF4-FFF2-40B4-BE49-F238E27FC236}">
                  <a16:creationId xmlns:a16="http://schemas.microsoft.com/office/drawing/2014/main" id="{C25886E2-F28C-8623-3D6A-88B54F29DE8E}"/>
                </a:ext>
              </a:extLst>
            </p:cNvPr>
            <p:cNvSpPr/>
            <p:nvPr/>
          </p:nvSpPr>
          <p:spPr>
            <a:xfrm>
              <a:off x="11281981" y="2586179"/>
              <a:ext cx="2591013" cy="1951536"/>
            </a:xfrm>
            <a:prstGeom prst="roundRect">
              <a:avLst>
                <a:gd name="adj" fmla="val 4709"/>
              </a:avLst>
            </a:prstGeom>
            <a:solidFill>
              <a:schemeClr val="bg1"/>
            </a:solidFill>
            <a:ln w="31750">
              <a:solidFill>
                <a:schemeClr val="accent4">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 name="Picture 4" descr="Preparation Breeds Confidence &lt;br&gt;&lt;h3&gt;Four Strategies to Prepare for Success&lt;/h3&gt;">
              <a:extLst>
                <a:ext uri="{FF2B5EF4-FFF2-40B4-BE49-F238E27FC236}">
                  <a16:creationId xmlns:a16="http://schemas.microsoft.com/office/drawing/2014/main" id="{67D643AD-F66D-5913-3DFB-5CCCFB52144A}"/>
                </a:ext>
              </a:extLst>
            </p:cNvPr>
            <p:cNvPicPr>
              <a:picLocks noChangeAspect="1" noChangeArrowheads="1"/>
            </p:cNvPicPr>
            <p:nvPr/>
          </p:nvPicPr>
          <p:blipFill rotWithShape="1">
            <a:blip r:embed="rId5">
              <a:duotone>
                <a:schemeClr val="accent4">
                  <a:shade val="45000"/>
                  <a:satMod val="135000"/>
                </a:schemeClr>
                <a:prstClr val="white"/>
              </a:duotone>
              <a:extLst>
                <a:ext uri="{28A0092B-C50C-407E-A947-70E740481C1C}">
                  <a14:useLocalDpi xmlns:a14="http://schemas.microsoft.com/office/drawing/2010/main" val="0"/>
                </a:ext>
              </a:extLst>
            </a:blip>
            <a:srcRect l="11711" r="11531"/>
            <a:stretch/>
          </p:blipFill>
          <p:spPr bwMode="auto">
            <a:xfrm>
              <a:off x="11388885" y="2684123"/>
              <a:ext cx="2377205" cy="1755648"/>
            </a:xfrm>
            <a:prstGeom prst="rect">
              <a:avLst/>
            </a:prstGeom>
            <a:noFill/>
            <a:extLst>
              <a:ext uri="{909E8E84-426E-40DD-AFC4-6F175D3DCCD1}">
                <a14:hiddenFill xmlns:a14="http://schemas.microsoft.com/office/drawing/2010/main">
                  <a:solidFill>
                    <a:srgbClr val="FFFFFF"/>
                  </a:solidFill>
                </a14:hiddenFill>
              </a:ext>
            </a:extLst>
          </p:spPr>
        </p:pic>
      </p:grpSp>
      <p:sp>
        <p:nvSpPr>
          <p:cNvPr id="142" name="Rectangle 141">
            <a:extLst>
              <a:ext uri="{FF2B5EF4-FFF2-40B4-BE49-F238E27FC236}">
                <a16:creationId xmlns:a16="http://schemas.microsoft.com/office/drawing/2014/main" id="{06FB5EFF-5E81-BB0F-258F-14594AA892D1}"/>
              </a:ext>
            </a:extLst>
          </p:cNvPr>
          <p:cNvSpPr/>
          <p:nvPr/>
        </p:nvSpPr>
        <p:spPr>
          <a:xfrm>
            <a:off x="14333088" y="629005"/>
            <a:ext cx="4480560" cy="2893100"/>
          </a:xfrm>
          <a:prstGeom prst="rect">
            <a:avLst/>
          </a:prstGeom>
        </p:spPr>
        <p:txBody>
          <a:bodyPr wrap="square">
            <a:spAutoFit/>
          </a:bodyPr>
          <a:lstStyle/>
          <a:p>
            <a:pPr algn="just" fontAlgn="base"/>
            <a:r>
              <a:rPr lang="en-US" sz="1300" b="1" dirty="0">
                <a:solidFill>
                  <a:srgbClr val="000000"/>
                </a:solidFill>
                <a:latin typeface="adobe-garamond-pro"/>
              </a:rPr>
              <a:t>Our global community is often volatile, with periods of prosperity and calm intermingled with economic and geopolitical challenges. Nowhere is this reflected more than in historical oil commodity prices, as shown here.</a:t>
            </a:r>
          </a:p>
          <a:p>
            <a:pPr algn="just" fontAlgn="base"/>
            <a:endParaRPr lang="en-US" sz="1300" b="1" dirty="0">
              <a:solidFill>
                <a:srgbClr val="000000"/>
              </a:solidFill>
              <a:latin typeface="adobe-garamond-pro"/>
            </a:endParaRPr>
          </a:p>
          <a:p>
            <a:pPr algn="just" fontAlgn="base"/>
            <a:r>
              <a:rPr lang="en-US" sz="1300" b="1" dirty="0">
                <a:solidFill>
                  <a:srgbClr val="000000"/>
                </a:solidFill>
                <a:latin typeface="adobe-garamond-pro"/>
              </a:rPr>
              <a:t>In times of economic volatility, companies with vision see opportunity. Applying best-in-class expertise, they not only survive…they thrive.</a:t>
            </a:r>
          </a:p>
          <a:p>
            <a:pPr algn="just" fontAlgn="base"/>
            <a:endParaRPr lang="en-US" sz="1300" b="1" dirty="0">
              <a:solidFill>
                <a:srgbClr val="000000"/>
              </a:solidFill>
              <a:latin typeface="adobe-garamond-pro"/>
            </a:endParaRPr>
          </a:p>
          <a:p>
            <a:pPr algn="just" fontAlgn="base"/>
            <a:r>
              <a:rPr lang="en-US" sz="1300" b="1" dirty="0">
                <a:solidFill>
                  <a:srgbClr val="000000"/>
                </a:solidFill>
                <a:latin typeface="adobe-garamond-pro"/>
              </a:rPr>
              <a:t>It’s in that spirit that </a:t>
            </a:r>
            <a:r>
              <a:rPr lang="en-US" sz="1300" b="1" dirty="0">
                <a:solidFill>
                  <a:schemeClr val="accent4">
                    <a:lumMod val="75000"/>
                  </a:schemeClr>
                </a:solidFill>
                <a:latin typeface="adobe-garamond-pro"/>
              </a:rPr>
              <a:t>Wheelhouse Geoscience</a:t>
            </a:r>
            <a:r>
              <a:rPr lang="en-US" sz="1300" b="1" dirty="0">
                <a:solidFill>
                  <a:srgbClr val="000000"/>
                </a:solidFill>
                <a:latin typeface="adobe-garamond-pro"/>
              </a:rPr>
              <a:t> applies time-proven best practices while remaining on the cutting edge, allowing us to assist our clients to stand out and to prosper.</a:t>
            </a:r>
          </a:p>
          <a:p>
            <a:pPr algn="just" fontAlgn="base"/>
            <a:endParaRPr lang="en-US" sz="1300" b="1" dirty="0">
              <a:solidFill>
                <a:srgbClr val="000000"/>
              </a:solidFill>
              <a:latin typeface="adobe-garamond-pro"/>
            </a:endParaRPr>
          </a:p>
          <a:p>
            <a:pPr algn="just" fontAlgn="base"/>
            <a:r>
              <a:rPr lang="en-US" sz="1300" b="1" dirty="0">
                <a:solidFill>
                  <a:srgbClr val="000000"/>
                </a:solidFill>
                <a:latin typeface="adobe-garamond-pro"/>
              </a:rPr>
              <a:t>So, what’s in a name? </a:t>
            </a:r>
            <a:r>
              <a:rPr lang="en-US" sz="1300" b="1" dirty="0">
                <a:solidFill>
                  <a:schemeClr val="accent4">
                    <a:lumMod val="75000"/>
                  </a:schemeClr>
                </a:solidFill>
                <a:latin typeface="adobe-garamond-pro"/>
              </a:rPr>
              <a:t>Our reputation. Our promise.</a:t>
            </a:r>
          </a:p>
        </p:txBody>
      </p:sp>
      <p:sp>
        <p:nvSpPr>
          <p:cNvPr id="42" name="Oval 41">
            <a:extLst>
              <a:ext uri="{FF2B5EF4-FFF2-40B4-BE49-F238E27FC236}">
                <a16:creationId xmlns:a16="http://schemas.microsoft.com/office/drawing/2014/main" id="{9A80A48A-3E51-BC3F-56EE-0A19811264D5}"/>
              </a:ext>
            </a:extLst>
          </p:cNvPr>
          <p:cNvSpPr>
            <a:spLocks noChangeAspect="1"/>
          </p:cNvSpPr>
          <p:nvPr/>
        </p:nvSpPr>
        <p:spPr>
          <a:xfrm>
            <a:off x="3146167" y="9939051"/>
            <a:ext cx="137160" cy="136023"/>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9D54FC5D-342A-D0D5-D991-CC4BBE88EC30}"/>
              </a:ext>
            </a:extLst>
          </p:cNvPr>
          <p:cNvSpPr txBox="1"/>
          <p:nvPr/>
        </p:nvSpPr>
        <p:spPr>
          <a:xfrm>
            <a:off x="2969504" y="10065476"/>
            <a:ext cx="492186" cy="283154"/>
          </a:xfrm>
          <a:prstGeom prst="rect">
            <a:avLst/>
          </a:prstGeom>
          <a:noFill/>
          <a:effectLst>
            <a:outerShdw blurRad="50800" dist="25400" dir="2700000" algn="tl" rotWithShape="0">
              <a:prstClr val="black">
                <a:alpha val="40000"/>
              </a:prstClr>
            </a:outerShdw>
          </a:effectLst>
        </p:spPr>
        <p:txBody>
          <a:bodyPr wrap="none" lIns="18288" tIns="18288" rIns="18288" bIns="18288" rtlCol="0">
            <a:spAutoFit/>
          </a:bodyPr>
          <a:lstStyle/>
          <a:p>
            <a:pPr algn="ctr"/>
            <a:r>
              <a:rPr lang="en-US" sz="1600" dirty="0">
                <a:solidFill>
                  <a:schemeClr val="accent4">
                    <a:lumMod val="75000"/>
                  </a:schemeClr>
                </a:solidFill>
                <a:latin typeface="Futura Medium" charset="0"/>
                <a:ea typeface="Futura Medium" charset="0"/>
                <a:cs typeface="Futura Medium" charset="0"/>
              </a:rPr>
              <a:t>1860</a:t>
            </a:r>
          </a:p>
        </p:txBody>
      </p:sp>
      <p:cxnSp>
        <p:nvCxnSpPr>
          <p:cNvPr id="70" name="Connector: Elbow 69">
            <a:extLst>
              <a:ext uri="{FF2B5EF4-FFF2-40B4-BE49-F238E27FC236}">
                <a16:creationId xmlns:a16="http://schemas.microsoft.com/office/drawing/2014/main" id="{21BBA38D-8459-1011-BEC7-DFC4ECC591AB}"/>
              </a:ext>
            </a:extLst>
          </p:cNvPr>
          <p:cNvCxnSpPr>
            <a:cxnSpLocks/>
            <a:endCxn id="6" idx="2"/>
          </p:cNvCxnSpPr>
          <p:nvPr/>
        </p:nvCxnSpPr>
        <p:spPr>
          <a:xfrm rot="16200000" flipV="1">
            <a:off x="15803336" y="7393548"/>
            <a:ext cx="3359919" cy="1821046"/>
          </a:xfrm>
          <a:prstGeom prst="bentConnector3">
            <a:avLst>
              <a:gd name="adj1" fmla="val 50000"/>
            </a:avLst>
          </a:prstGeom>
          <a:ln w="317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68" name="Freeform: Shape 67">
            <a:extLst>
              <a:ext uri="{FF2B5EF4-FFF2-40B4-BE49-F238E27FC236}">
                <a16:creationId xmlns:a16="http://schemas.microsoft.com/office/drawing/2014/main" id="{8A9B1F0D-A87E-3AFE-7DD9-5B1DEDEB5188}"/>
              </a:ext>
            </a:extLst>
          </p:cNvPr>
          <p:cNvSpPr/>
          <p:nvPr/>
        </p:nvSpPr>
        <p:spPr>
          <a:xfrm>
            <a:off x="3317655" y="5527680"/>
            <a:ext cx="14765674" cy="4226581"/>
          </a:xfrm>
          <a:custGeom>
            <a:avLst/>
            <a:gdLst>
              <a:gd name="connsiteX0" fmla="*/ 0 w 10355580"/>
              <a:gd name="connsiteY0" fmla="*/ 4701540 h 4804410"/>
              <a:gd name="connsiteX1" fmla="*/ 87630 w 10355580"/>
              <a:gd name="connsiteY1" fmla="*/ 4168140 h 4804410"/>
              <a:gd name="connsiteX2" fmla="*/ 140970 w 10355580"/>
              <a:gd name="connsiteY2" fmla="*/ 2670810 h 4804410"/>
              <a:gd name="connsiteX3" fmla="*/ 175260 w 10355580"/>
              <a:gd name="connsiteY3" fmla="*/ 1489710 h 4804410"/>
              <a:gd name="connsiteX4" fmla="*/ 182880 w 10355580"/>
              <a:gd name="connsiteY4" fmla="*/ 769620 h 4804410"/>
              <a:gd name="connsiteX5" fmla="*/ 209550 w 10355580"/>
              <a:gd name="connsiteY5" fmla="*/ 0 h 4804410"/>
              <a:gd name="connsiteX6" fmla="*/ 274320 w 10355580"/>
              <a:gd name="connsiteY6" fmla="*/ 815340 h 4804410"/>
              <a:gd name="connsiteX7" fmla="*/ 335280 w 10355580"/>
              <a:gd name="connsiteY7" fmla="*/ 2682240 h 4804410"/>
              <a:gd name="connsiteX8" fmla="*/ 396240 w 10355580"/>
              <a:gd name="connsiteY8" fmla="*/ 3505200 h 4804410"/>
              <a:gd name="connsiteX9" fmla="*/ 472440 w 10355580"/>
              <a:gd name="connsiteY9" fmla="*/ 2465070 h 4804410"/>
              <a:gd name="connsiteX10" fmla="*/ 529590 w 10355580"/>
              <a:gd name="connsiteY10" fmla="*/ 2465070 h 4804410"/>
              <a:gd name="connsiteX11" fmla="*/ 598170 w 10355580"/>
              <a:gd name="connsiteY11" fmla="*/ 2125980 h 4804410"/>
              <a:gd name="connsiteX12" fmla="*/ 666750 w 10355580"/>
              <a:gd name="connsiteY12" fmla="*/ 1554480 h 4804410"/>
              <a:gd name="connsiteX13" fmla="*/ 731520 w 10355580"/>
              <a:gd name="connsiteY13" fmla="*/ 2145030 h 4804410"/>
              <a:gd name="connsiteX14" fmla="*/ 788670 w 10355580"/>
              <a:gd name="connsiteY14" fmla="*/ 3684270 h 4804410"/>
              <a:gd name="connsiteX15" fmla="*/ 864870 w 10355580"/>
              <a:gd name="connsiteY15" fmla="*/ 4171950 h 4804410"/>
              <a:gd name="connsiteX16" fmla="*/ 918210 w 10355580"/>
              <a:gd name="connsiteY16" fmla="*/ 3992880 h 4804410"/>
              <a:gd name="connsiteX17" fmla="*/ 986790 w 10355580"/>
              <a:gd name="connsiteY17" fmla="*/ 2804160 h 4804410"/>
              <a:gd name="connsiteX18" fmla="*/ 1059180 w 10355580"/>
              <a:gd name="connsiteY18" fmla="*/ 2933700 h 4804410"/>
              <a:gd name="connsiteX19" fmla="*/ 1120140 w 10355580"/>
              <a:gd name="connsiteY19" fmla="*/ 4011930 h 4804410"/>
              <a:gd name="connsiteX20" fmla="*/ 1184910 w 10355580"/>
              <a:gd name="connsiteY20" fmla="*/ 4293870 h 4804410"/>
              <a:gd name="connsiteX21" fmla="*/ 1261110 w 10355580"/>
              <a:gd name="connsiteY21" fmla="*/ 4251960 h 4804410"/>
              <a:gd name="connsiteX22" fmla="*/ 1371600 w 10355580"/>
              <a:gd name="connsiteY22" fmla="*/ 4423410 h 4804410"/>
              <a:gd name="connsiteX23" fmla="*/ 1443990 w 10355580"/>
              <a:gd name="connsiteY23" fmla="*/ 4160520 h 4804410"/>
              <a:gd name="connsiteX24" fmla="*/ 1516380 w 10355580"/>
              <a:gd name="connsiteY24" fmla="*/ 4290060 h 4804410"/>
              <a:gd name="connsiteX25" fmla="*/ 1573530 w 10355580"/>
              <a:gd name="connsiteY25" fmla="*/ 4240530 h 4804410"/>
              <a:gd name="connsiteX26" fmla="*/ 1642110 w 10355580"/>
              <a:gd name="connsiteY26" fmla="*/ 4450080 h 4804410"/>
              <a:gd name="connsiteX27" fmla="*/ 1703070 w 10355580"/>
              <a:gd name="connsiteY27" fmla="*/ 4472940 h 4804410"/>
              <a:gd name="connsiteX28" fmla="*/ 1764030 w 10355580"/>
              <a:gd name="connsiteY28" fmla="*/ 4236720 h 4804410"/>
              <a:gd name="connsiteX29" fmla="*/ 1828800 w 10355580"/>
              <a:gd name="connsiteY29" fmla="*/ 4194810 h 4804410"/>
              <a:gd name="connsiteX30" fmla="*/ 1897380 w 10355580"/>
              <a:gd name="connsiteY30" fmla="*/ 4248150 h 4804410"/>
              <a:gd name="connsiteX31" fmla="*/ 1958340 w 10355580"/>
              <a:gd name="connsiteY31" fmla="*/ 4503420 h 4804410"/>
              <a:gd name="connsiteX32" fmla="*/ 2026920 w 10355580"/>
              <a:gd name="connsiteY32" fmla="*/ 4610100 h 4804410"/>
              <a:gd name="connsiteX33" fmla="*/ 2080260 w 10355580"/>
              <a:gd name="connsiteY33" fmla="*/ 4530090 h 4804410"/>
              <a:gd name="connsiteX34" fmla="*/ 2152650 w 10355580"/>
              <a:gd name="connsiteY34" fmla="*/ 4240530 h 4804410"/>
              <a:gd name="connsiteX35" fmla="*/ 2225040 w 10355580"/>
              <a:gd name="connsiteY35" fmla="*/ 3577590 h 4804410"/>
              <a:gd name="connsiteX36" fmla="*/ 2289810 w 10355580"/>
              <a:gd name="connsiteY36" fmla="*/ 3806190 h 4804410"/>
              <a:gd name="connsiteX37" fmla="*/ 2350770 w 10355580"/>
              <a:gd name="connsiteY37" fmla="*/ 4263390 h 4804410"/>
              <a:gd name="connsiteX38" fmla="*/ 2430780 w 10355580"/>
              <a:gd name="connsiteY38" fmla="*/ 4122420 h 4804410"/>
              <a:gd name="connsiteX39" fmla="*/ 2484120 w 10355580"/>
              <a:gd name="connsiteY39" fmla="*/ 3676650 h 4804410"/>
              <a:gd name="connsiteX40" fmla="*/ 2560320 w 10355580"/>
              <a:gd name="connsiteY40" fmla="*/ 3798570 h 4804410"/>
              <a:gd name="connsiteX41" fmla="*/ 2625090 w 10355580"/>
              <a:gd name="connsiteY41" fmla="*/ 4107180 h 4804410"/>
              <a:gd name="connsiteX42" fmla="*/ 2682240 w 10355580"/>
              <a:gd name="connsiteY42" fmla="*/ 4293870 h 4804410"/>
              <a:gd name="connsiteX43" fmla="*/ 2750820 w 10355580"/>
              <a:gd name="connsiteY43" fmla="*/ 4187190 h 4804410"/>
              <a:gd name="connsiteX44" fmla="*/ 2819400 w 10355580"/>
              <a:gd name="connsiteY44" fmla="*/ 4282440 h 4804410"/>
              <a:gd name="connsiteX45" fmla="*/ 2872740 w 10355580"/>
              <a:gd name="connsiteY45" fmla="*/ 4541520 h 4804410"/>
              <a:gd name="connsiteX46" fmla="*/ 2945130 w 10355580"/>
              <a:gd name="connsiteY46" fmla="*/ 4419600 h 4804410"/>
              <a:gd name="connsiteX47" fmla="*/ 3013710 w 10355580"/>
              <a:gd name="connsiteY47" fmla="*/ 4461510 h 4804410"/>
              <a:gd name="connsiteX48" fmla="*/ 3070860 w 10355580"/>
              <a:gd name="connsiteY48" fmla="*/ 4423410 h 4804410"/>
              <a:gd name="connsiteX49" fmla="*/ 3150870 w 10355580"/>
              <a:gd name="connsiteY49" fmla="*/ 4450080 h 4804410"/>
              <a:gd name="connsiteX50" fmla="*/ 3211830 w 10355580"/>
              <a:gd name="connsiteY50" fmla="*/ 4587240 h 4804410"/>
              <a:gd name="connsiteX51" fmla="*/ 3276600 w 10355580"/>
              <a:gd name="connsiteY51" fmla="*/ 4575810 h 4804410"/>
              <a:gd name="connsiteX52" fmla="*/ 3337560 w 10355580"/>
              <a:gd name="connsiteY52" fmla="*/ 4465320 h 4804410"/>
              <a:gd name="connsiteX53" fmla="*/ 3394710 w 10355580"/>
              <a:gd name="connsiteY53" fmla="*/ 4271010 h 4804410"/>
              <a:gd name="connsiteX54" fmla="*/ 3535680 w 10355580"/>
              <a:gd name="connsiteY54" fmla="*/ 4621530 h 4804410"/>
              <a:gd name="connsiteX55" fmla="*/ 3596640 w 10355580"/>
              <a:gd name="connsiteY55" fmla="*/ 4221480 h 4804410"/>
              <a:gd name="connsiteX56" fmla="*/ 3657600 w 10355580"/>
              <a:gd name="connsiteY56" fmla="*/ 3981450 h 4804410"/>
              <a:gd name="connsiteX57" fmla="*/ 3729990 w 10355580"/>
              <a:gd name="connsiteY57" fmla="*/ 3920490 h 4804410"/>
              <a:gd name="connsiteX58" fmla="*/ 3798570 w 10355580"/>
              <a:gd name="connsiteY58" fmla="*/ 4061460 h 4804410"/>
              <a:gd name="connsiteX59" fmla="*/ 3851910 w 10355580"/>
              <a:gd name="connsiteY59" fmla="*/ 3672840 h 4804410"/>
              <a:gd name="connsiteX60" fmla="*/ 3928110 w 10355580"/>
              <a:gd name="connsiteY60" fmla="*/ 4263390 h 4804410"/>
              <a:gd name="connsiteX61" fmla="*/ 3977640 w 10355580"/>
              <a:gd name="connsiteY61" fmla="*/ 4271010 h 4804410"/>
              <a:gd name="connsiteX62" fmla="*/ 4046220 w 10355580"/>
              <a:gd name="connsiteY62" fmla="*/ 4434840 h 4804410"/>
              <a:gd name="connsiteX63" fmla="*/ 4107180 w 10355580"/>
              <a:gd name="connsiteY63" fmla="*/ 4404360 h 4804410"/>
              <a:gd name="connsiteX64" fmla="*/ 4171950 w 10355580"/>
              <a:gd name="connsiteY64" fmla="*/ 4274820 h 4804410"/>
              <a:gd name="connsiteX65" fmla="*/ 4240530 w 10355580"/>
              <a:gd name="connsiteY65" fmla="*/ 4164330 h 4804410"/>
              <a:gd name="connsiteX66" fmla="*/ 4312920 w 10355580"/>
              <a:gd name="connsiteY66" fmla="*/ 4499610 h 4804410"/>
              <a:gd name="connsiteX67" fmla="*/ 4381500 w 10355580"/>
              <a:gd name="connsiteY67" fmla="*/ 4549140 h 4804410"/>
              <a:gd name="connsiteX68" fmla="*/ 4438650 w 10355580"/>
              <a:gd name="connsiteY68" fmla="*/ 4495800 h 4804410"/>
              <a:gd name="connsiteX69" fmla="*/ 4507230 w 10355580"/>
              <a:gd name="connsiteY69" fmla="*/ 4511040 h 4804410"/>
              <a:gd name="connsiteX70" fmla="*/ 4568190 w 10355580"/>
              <a:gd name="connsiteY70" fmla="*/ 4804410 h 4804410"/>
              <a:gd name="connsiteX71" fmla="*/ 4629150 w 10355580"/>
              <a:gd name="connsiteY71" fmla="*/ 4602480 h 4804410"/>
              <a:gd name="connsiteX72" fmla="*/ 4701540 w 10355580"/>
              <a:gd name="connsiteY72" fmla="*/ 4709160 h 4804410"/>
              <a:gd name="connsiteX73" fmla="*/ 4762500 w 10355580"/>
              <a:gd name="connsiteY73" fmla="*/ 4491990 h 4804410"/>
              <a:gd name="connsiteX74" fmla="*/ 4827270 w 10355580"/>
              <a:gd name="connsiteY74" fmla="*/ 4514850 h 4804410"/>
              <a:gd name="connsiteX75" fmla="*/ 4892040 w 10355580"/>
              <a:gd name="connsiteY75" fmla="*/ 4431030 h 4804410"/>
              <a:gd name="connsiteX76" fmla="*/ 4953000 w 10355580"/>
              <a:gd name="connsiteY76" fmla="*/ 4404360 h 4804410"/>
              <a:gd name="connsiteX77" fmla="*/ 5029200 w 10355580"/>
              <a:gd name="connsiteY77" fmla="*/ 4434840 h 4804410"/>
              <a:gd name="connsiteX78" fmla="*/ 5082540 w 10355580"/>
              <a:gd name="connsiteY78" fmla="*/ 4495800 h 4804410"/>
              <a:gd name="connsiteX79" fmla="*/ 5147310 w 10355580"/>
              <a:gd name="connsiteY79" fmla="*/ 4503420 h 4804410"/>
              <a:gd name="connsiteX80" fmla="*/ 5223510 w 10355580"/>
              <a:gd name="connsiteY80" fmla="*/ 4457700 h 4804410"/>
              <a:gd name="connsiteX81" fmla="*/ 5372100 w 10355580"/>
              <a:gd name="connsiteY81" fmla="*/ 4545330 h 4804410"/>
              <a:gd name="connsiteX82" fmla="*/ 5421630 w 10355580"/>
              <a:gd name="connsiteY82" fmla="*/ 4545330 h 4804410"/>
              <a:gd name="connsiteX83" fmla="*/ 5490210 w 10355580"/>
              <a:gd name="connsiteY83" fmla="*/ 4652010 h 4804410"/>
              <a:gd name="connsiteX84" fmla="*/ 5547360 w 10355580"/>
              <a:gd name="connsiteY84" fmla="*/ 4659630 h 4804410"/>
              <a:gd name="connsiteX85" fmla="*/ 5596890 w 10355580"/>
              <a:gd name="connsiteY85" fmla="*/ 4373880 h 4804410"/>
              <a:gd name="connsiteX86" fmla="*/ 5669280 w 10355580"/>
              <a:gd name="connsiteY86" fmla="*/ 4392930 h 4804410"/>
              <a:gd name="connsiteX87" fmla="*/ 5737860 w 10355580"/>
              <a:gd name="connsiteY87" fmla="*/ 4499610 h 4804410"/>
              <a:gd name="connsiteX88" fmla="*/ 5806440 w 10355580"/>
              <a:gd name="connsiteY88" fmla="*/ 4522470 h 4804410"/>
              <a:gd name="connsiteX89" fmla="*/ 5867400 w 10355580"/>
              <a:gd name="connsiteY89" fmla="*/ 4575810 h 4804410"/>
              <a:gd name="connsiteX90" fmla="*/ 5939790 w 10355580"/>
              <a:gd name="connsiteY90" fmla="*/ 4591050 h 4804410"/>
              <a:gd name="connsiteX91" fmla="*/ 6008370 w 10355580"/>
              <a:gd name="connsiteY91" fmla="*/ 4507230 h 4804410"/>
              <a:gd name="connsiteX92" fmla="*/ 6164580 w 10355580"/>
              <a:gd name="connsiteY92" fmla="*/ 4514850 h 4804410"/>
              <a:gd name="connsiteX93" fmla="*/ 6248400 w 10355580"/>
              <a:gd name="connsiteY93" fmla="*/ 4560570 h 4804410"/>
              <a:gd name="connsiteX94" fmla="*/ 6332220 w 10355580"/>
              <a:gd name="connsiteY94" fmla="*/ 4514850 h 4804410"/>
              <a:gd name="connsiteX95" fmla="*/ 6393180 w 10355580"/>
              <a:gd name="connsiteY95" fmla="*/ 4522470 h 4804410"/>
              <a:gd name="connsiteX96" fmla="*/ 6454140 w 10355580"/>
              <a:gd name="connsiteY96" fmla="*/ 4598670 h 4804410"/>
              <a:gd name="connsiteX97" fmla="*/ 6534150 w 10355580"/>
              <a:gd name="connsiteY97" fmla="*/ 4636770 h 4804410"/>
              <a:gd name="connsiteX98" fmla="*/ 6720840 w 10355580"/>
              <a:gd name="connsiteY98" fmla="*/ 4652010 h 4804410"/>
              <a:gd name="connsiteX99" fmla="*/ 6877050 w 10355580"/>
              <a:gd name="connsiteY99" fmla="*/ 4690110 h 4804410"/>
              <a:gd name="connsiteX100" fmla="*/ 6995160 w 10355580"/>
              <a:gd name="connsiteY100" fmla="*/ 4724400 h 4804410"/>
              <a:gd name="connsiteX101" fmla="*/ 7098030 w 10355580"/>
              <a:gd name="connsiteY101" fmla="*/ 4777740 h 4804410"/>
              <a:gd name="connsiteX102" fmla="*/ 7170420 w 10355580"/>
              <a:gd name="connsiteY102" fmla="*/ 4674870 h 4804410"/>
              <a:gd name="connsiteX103" fmla="*/ 7227570 w 10355580"/>
              <a:gd name="connsiteY103" fmla="*/ 4655820 h 4804410"/>
              <a:gd name="connsiteX104" fmla="*/ 7299960 w 10355580"/>
              <a:gd name="connsiteY104" fmla="*/ 4480560 h 4804410"/>
              <a:gd name="connsiteX105" fmla="*/ 7357110 w 10355580"/>
              <a:gd name="connsiteY105" fmla="*/ 2853690 h 4804410"/>
              <a:gd name="connsiteX106" fmla="*/ 7433310 w 10355580"/>
              <a:gd name="connsiteY106" fmla="*/ 3051810 h 4804410"/>
              <a:gd name="connsiteX107" fmla="*/ 7494270 w 10355580"/>
              <a:gd name="connsiteY107" fmla="*/ 2937510 h 4804410"/>
              <a:gd name="connsiteX108" fmla="*/ 7555230 w 10355580"/>
              <a:gd name="connsiteY108" fmla="*/ 2910840 h 4804410"/>
              <a:gd name="connsiteX109" fmla="*/ 7631430 w 10355580"/>
              <a:gd name="connsiteY109" fmla="*/ 3055620 h 4804410"/>
              <a:gd name="connsiteX110" fmla="*/ 7688580 w 10355580"/>
              <a:gd name="connsiteY110" fmla="*/ 781050 h 4804410"/>
              <a:gd name="connsiteX111" fmla="*/ 7753350 w 10355580"/>
              <a:gd name="connsiteY111" fmla="*/ 681990 h 4804410"/>
              <a:gd name="connsiteX112" fmla="*/ 7943850 w 10355580"/>
              <a:gd name="connsiteY112" fmla="*/ 2225040 h 4804410"/>
              <a:gd name="connsiteX113" fmla="*/ 8081010 w 10355580"/>
              <a:gd name="connsiteY113" fmla="*/ 2632710 h 4804410"/>
              <a:gd name="connsiteX114" fmla="*/ 8138160 w 10355580"/>
              <a:gd name="connsiteY114" fmla="*/ 3901440 h 4804410"/>
              <a:gd name="connsiteX115" fmla="*/ 8214360 w 10355580"/>
              <a:gd name="connsiteY115" fmla="*/ 3589020 h 4804410"/>
              <a:gd name="connsiteX116" fmla="*/ 8271510 w 10355580"/>
              <a:gd name="connsiteY116" fmla="*/ 3950970 h 4804410"/>
              <a:gd name="connsiteX117" fmla="*/ 8340090 w 10355580"/>
              <a:gd name="connsiteY117" fmla="*/ 3733800 h 4804410"/>
              <a:gd name="connsiteX118" fmla="*/ 8408670 w 10355580"/>
              <a:gd name="connsiteY118" fmla="*/ 3394710 h 4804410"/>
              <a:gd name="connsiteX119" fmla="*/ 8469630 w 10355580"/>
              <a:gd name="connsiteY119" fmla="*/ 3760470 h 4804410"/>
              <a:gd name="connsiteX120" fmla="*/ 8534400 w 10355580"/>
              <a:gd name="connsiteY120" fmla="*/ 3844290 h 4804410"/>
              <a:gd name="connsiteX121" fmla="*/ 8599170 w 10355580"/>
              <a:gd name="connsiteY121" fmla="*/ 4053840 h 4804410"/>
              <a:gd name="connsiteX122" fmla="*/ 8660130 w 10355580"/>
              <a:gd name="connsiteY122" fmla="*/ 4152900 h 4804410"/>
              <a:gd name="connsiteX123" fmla="*/ 8728710 w 10355580"/>
              <a:gd name="connsiteY123" fmla="*/ 4091940 h 4804410"/>
              <a:gd name="connsiteX124" fmla="*/ 8793480 w 10355580"/>
              <a:gd name="connsiteY124" fmla="*/ 3909060 h 4804410"/>
              <a:gd name="connsiteX125" fmla="*/ 8862060 w 10355580"/>
              <a:gd name="connsiteY125" fmla="*/ 4038600 h 4804410"/>
              <a:gd name="connsiteX126" fmla="*/ 8919210 w 10355580"/>
              <a:gd name="connsiteY126" fmla="*/ 4457700 h 4804410"/>
              <a:gd name="connsiteX127" fmla="*/ 8995410 w 10355580"/>
              <a:gd name="connsiteY127" fmla="*/ 4122420 h 4804410"/>
              <a:gd name="connsiteX128" fmla="*/ 9052560 w 10355580"/>
              <a:gd name="connsiteY128" fmla="*/ 3569970 h 4804410"/>
              <a:gd name="connsiteX129" fmla="*/ 9132570 w 10355580"/>
              <a:gd name="connsiteY129" fmla="*/ 3832860 h 4804410"/>
              <a:gd name="connsiteX130" fmla="*/ 9185910 w 10355580"/>
              <a:gd name="connsiteY130" fmla="*/ 3813810 h 4804410"/>
              <a:gd name="connsiteX131" fmla="*/ 9246870 w 10355580"/>
              <a:gd name="connsiteY131" fmla="*/ 3642360 h 4804410"/>
              <a:gd name="connsiteX132" fmla="*/ 9323070 w 10355580"/>
              <a:gd name="connsiteY132" fmla="*/ 3169920 h 4804410"/>
              <a:gd name="connsiteX133" fmla="*/ 9361170 w 10355580"/>
              <a:gd name="connsiteY133" fmla="*/ 2644140 h 4804410"/>
              <a:gd name="connsiteX134" fmla="*/ 9384030 w 10355580"/>
              <a:gd name="connsiteY134" fmla="*/ 2373630 h 4804410"/>
              <a:gd name="connsiteX135" fmla="*/ 9441180 w 10355580"/>
              <a:gd name="connsiteY135" fmla="*/ 1916430 h 4804410"/>
              <a:gd name="connsiteX136" fmla="*/ 9517380 w 10355580"/>
              <a:gd name="connsiteY136" fmla="*/ 1668780 h 4804410"/>
              <a:gd name="connsiteX137" fmla="*/ 9574530 w 10355580"/>
              <a:gd name="connsiteY137" fmla="*/ 621030 h 4804410"/>
              <a:gd name="connsiteX138" fmla="*/ 9612630 w 10355580"/>
              <a:gd name="connsiteY138" fmla="*/ 1802130 h 4804410"/>
              <a:gd name="connsiteX139" fmla="*/ 9639300 w 10355580"/>
              <a:gd name="connsiteY139" fmla="*/ 2320290 h 4804410"/>
              <a:gd name="connsiteX140" fmla="*/ 9711690 w 10355580"/>
              <a:gd name="connsiteY140" fmla="*/ 1535430 h 4804410"/>
              <a:gd name="connsiteX141" fmla="*/ 9765030 w 10355580"/>
              <a:gd name="connsiteY141" fmla="*/ 182880 h 4804410"/>
              <a:gd name="connsiteX142" fmla="*/ 9841230 w 10355580"/>
              <a:gd name="connsiteY142" fmla="*/ 278130 h 4804410"/>
              <a:gd name="connsiteX143" fmla="*/ 9906000 w 10355580"/>
              <a:gd name="connsiteY143" fmla="*/ 487680 h 4804410"/>
              <a:gd name="connsiteX144" fmla="*/ 9963150 w 10355580"/>
              <a:gd name="connsiteY144" fmla="*/ 982980 h 4804410"/>
              <a:gd name="connsiteX145" fmla="*/ 10027920 w 10355580"/>
              <a:gd name="connsiteY145" fmla="*/ 3009900 h 4804410"/>
              <a:gd name="connsiteX146" fmla="*/ 10096500 w 10355580"/>
              <a:gd name="connsiteY146" fmla="*/ 3390900 h 4804410"/>
              <a:gd name="connsiteX147" fmla="*/ 10165080 w 10355580"/>
              <a:gd name="connsiteY147" fmla="*/ 2960370 h 4804410"/>
              <a:gd name="connsiteX148" fmla="*/ 10222230 w 10355580"/>
              <a:gd name="connsiteY148" fmla="*/ 2346960 h 4804410"/>
              <a:gd name="connsiteX149" fmla="*/ 10302240 w 10355580"/>
              <a:gd name="connsiteY149" fmla="*/ 2674620 h 4804410"/>
              <a:gd name="connsiteX150" fmla="*/ 10355580 w 10355580"/>
              <a:gd name="connsiteY150" fmla="*/ 4351020 h 4804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10355580" h="4804410">
                <a:moveTo>
                  <a:pt x="0" y="4701540"/>
                </a:moveTo>
                <a:lnTo>
                  <a:pt x="87630" y="4168140"/>
                </a:lnTo>
                <a:lnTo>
                  <a:pt x="140970" y="2670810"/>
                </a:lnTo>
                <a:lnTo>
                  <a:pt x="175260" y="1489710"/>
                </a:lnTo>
                <a:lnTo>
                  <a:pt x="182880" y="769620"/>
                </a:lnTo>
                <a:lnTo>
                  <a:pt x="209550" y="0"/>
                </a:lnTo>
                <a:lnTo>
                  <a:pt x="274320" y="815340"/>
                </a:lnTo>
                <a:lnTo>
                  <a:pt x="335280" y="2682240"/>
                </a:lnTo>
                <a:lnTo>
                  <a:pt x="396240" y="3505200"/>
                </a:lnTo>
                <a:lnTo>
                  <a:pt x="472440" y="2465070"/>
                </a:lnTo>
                <a:lnTo>
                  <a:pt x="529590" y="2465070"/>
                </a:lnTo>
                <a:lnTo>
                  <a:pt x="598170" y="2125980"/>
                </a:lnTo>
                <a:lnTo>
                  <a:pt x="666750" y="1554480"/>
                </a:lnTo>
                <a:lnTo>
                  <a:pt x="731520" y="2145030"/>
                </a:lnTo>
                <a:lnTo>
                  <a:pt x="788670" y="3684270"/>
                </a:lnTo>
                <a:lnTo>
                  <a:pt x="864870" y="4171950"/>
                </a:lnTo>
                <a:lnTo>
                  <a:pt x="918210" y="3992880"/>
                </a:lnTo>
                <a:lnTo>
                  <a:pt x="986790" y="2804160"/>
                </a:lnTo>
                <a:lnTo>
                  <a:pt x="1059180" y="2933700"/>
                </a:lnTo>
                <a:lnTo>
                  <a:pt x="1120140" y="4011930"/>
                </a:lnTo>
                <a:lnTo>
                  <a:pt x="1184910" y="4293870"/>
                </a:lnTo>
                <a:lnTo>
                  <a:pt x="1261110" y="4251960"/>
                </a:lnTo>
                <a:lnTo>
                  <a:pt x="1371600" y="4423410"/>
                </a:lnTo>
                <a:lnTo>
                  <a:pt x="1443990" y="4160520"/>
                </a:lnTo>
                <a:lnTo>
                  <a:pt x="1516380" y="4290060"/>
                </a:lnTo>
                <a:lnTo>
                  <a:pt x="1573530" y="4240530"/>
                </a:lnTo>
                <a:lnTo>
                  <a:pt x="1642110" y="4450080"/>
                </a:lnTo>
                <a:lnTo>
                  <a:pt x="1703070" y="4472940"/>
                </a:lnTo>
                <a:lnTo>
                  <a:pt x="1764030" y="4236720"/>
                </a:lnTo>
                <a:lnTo>
                  <a:pt x="1828800" y="4194810"/>
                </a:lnTo>
                <a:lnTo>
                  <a:pt x="1897380" y="4248150"/>
                </a:lnTo>
                <a:lnTo>
                  <a:pt x="1958340" y="4503420"/>
                </a:lnTo>
                <a:lnTo>
                  <a:pt x="2026920" y="4610100"/>
                </a:lnTo>
                <a:lnTo>
                  <a:pt x="2080260" y="4530090"/>
                </a:lnTo>
                <a:lnTo>
                  <a:pt x="2152650" y="4240530"/>
                </a:lnTo>
                <a:lnTo>
                  <a:pt x="2225040" y="3577590"/>
                </a:lnTo>
                <a:lnTo>
                  <a:pt x="2289810" y="3806190"/>
                </a:lnTo>
                <a:lnTo>
                  <a:pt x="2350770" y="4263390"/>
                </a:lnTo>
                <a:lnTo>
                  <a:pt x="2430780" y="4122420"/>
                </a:lnTo>
                <a:lnTo>
                  <a:pt x="2484120" y="3676650"/>
                </a:lnTo>
                <a:lnTo>
                  <a:pt x="2560320" y="3798570"/>
                </a:lnTo>
                <a:lnTo>
                  <a:pt x="2625090" y="4107180"/>
                </a:lnTo>
                <a:lnTo>
                  <a:pt x="2682240" y="4293870"/>
                </a:lnTo>
                <a:lnTo>
                  <a:pt x="2750820" y="4187190"/>
                </a:lnTo>
                <a:lnTo>
                  <a:pt x="2819400" y="4282440"/>
                </a:lnTo>
                <a:lnTo>
                  <a:pt x="2872740" y="4541520"/>
                </a:lnTo>
                <a:lnTo>
                  <a:pt x="2945130" y="4419600"/>
                </a:lnTo>
                <a:lnTo>
                  <a:pt x="3013710" y="4461510"/>
                </a:lnTo>
                <a:lnTo>
                  <a:pt x="3070860" y="4423410"/>
                </a:lnTo>
                <a:lnTo>
                  <a:pt x="3150870" y="4450080"/>
                </a:lnTo>
                <a:lnTo>
                  <a:pt x="3211830" y="4587240"/>
                </a:lnTo>
                <a:lnTo>
                  <a:pt x="3276600" y="4575810"/>
                </a:lnTo>
                <a:lnTo>
                  <a:pt x="3337560" y="4465320"/>
                </a:lnTo>
                <a:lnTo>
                  <a:pt x="3394710" y="4271010"/>
                </a:lnTo>
                <a:lnTo>
                  <a:pt x="3535680" y="4621530"/>
                </a:lnTo>
                <a:lnTo>
                  <a:pt x="3596640" y="4221480"/>
                </a:lnTo>
                <a:lnTo>
                  <a:pt x="3657600" y="3981450"/>
                </a:lnTo>
                <a:lnTo>
                  <a:pt x="3729990" y="3920490"/>
                </a:lnTo>
                <a:lnTo>
                  <a:pt x="3798570" y="4061460"/>
                </a:lnTo>
                <a:lnTo>
                  <a:pt x="3851910" y="3672840"/>
                </a:lnTo>
                <a:lnTo>
                  <a:pt x="3928110" y="4263390"/>
                </a:lnTo>
                <a:lnTo>
                  <a:pt x="3977640" y="4271010"/>
                </a:lnTo>
                <a:lnTo>
                  <a:pt x="4046220" y="4434840"/>
                </a:lnTo>
                <a:lnTo>
                  <a:pt x="4107180" y="4404360"/>
                </a:lnTo>
                <a:lnTo>
                  <a:pt x="4171950" y="4274820"/>
                </a:lnTo>
                <a:lnTo>
                  <a:pt x="4240530" y="4164330"/>
                </a:lnTo>
                <a:lnTo>
                  <a:pt x="4312920" y="4499610"/>
                </a:lnTo>
                <a:lnTo>
                  <a:pt x="4381500" y="4549140"/>
                </a:lnTo>
                <a:lnTo>
                  <a:pt x="4438650" y="4495800"/>
                </a:lnTo>
                <a:lnTo>
                  <a:pt x="4507230" y="4511040"/>
                </a:lnTo>
                <a:lnTo>
                  <a:pt x="4568190" y="4804410"/>
                </a:lnTo>
                <a:lnTo>
                  <a:pt x="4629150" y="4602480"/>
                </a:lnTo>
                <a:lnTo>
                  <a:pt x="4701540" y="4709160"/>
                </a:lnTo>
                <a:lnTo>
                  <a:pt x="4762500" y="4491990"/>
                </a:lnTo>
                <a:lnTo>
                  <a:pt x="4827270" y="4514850"/>
                </a:lnTo>
                <a:lnTo>
                  <a:pt x="4892040" y="4431030"/>
                </a:lnTo>
                <a:lnTo>
                  <a:pt x="4953000" y="4404360"/>
                </a:lnTo>
                <a:lnTo>
                  <a:pt x="5029200" y="4434840"/>
                </a:lnTo>
                <a:lnTo>
                  <a:pt x="5082540" y="4495800"/>
                </a:lnTo>
                <a:lnTo>
                  <a:pt x="5147310" y="4503420"/>
                </a:lnTo>
                <a:lnTo>
                  <a:pt x="5223510" y="4457700"/>
                </a:lnTo>
                <a:lnTo>
                  <a:pt x="5372100" y="4545330"/>
                </a:lnTo>
                <a:lnTo>
                  <a:pt x="5421630" y="4545330"/>
                </a:lnTo>
                <a:lnTo>
                  <a:pt x="5490210" y="4652010"/>
                </a:lnTo>
                <a:lnTo>
                  <a:pt x="5547360" y="4659630"/>
                </a:lnTo>
                <a:lnTo>
                  <a:pt x="5596890" y="4373880"/>
                </a:lnTo>
                <a:lnTo>
                  <a:pt x="5669280" y="4392930"/>
                </a:lnTo>
                <a:lnTo>
                  <a:pt x="5737860" y="4499610"/>
                </a:lnTo>
                <a:lnTo>
                  <a:pt x="5806440" y="4522470"/>
                </a:lnTo>
                <a:lnTo>
                  <a:pt x="5867400" y="4575810"/>
                </a:lnTo>
                <a:lnTo>
                  <a:pt x="5939790" y="4591050"/>
                </a:lnTo>
                <a:lnTo>
                  <a:pt x="6008370" y="4507230"/>
                </a:lnTo>
                <a:lnTo>
                  <a:pt x="6164580" y="4514850"/>
                </a:lnTo>
                <a:lnTo>
                  <a:pt x="6248400" y="4560570"/>
                </a:lnTo>
                <a:lnTo>
                  <a:pt x="6332220" y="4514850"/>
                </a:lnTo>
                <a:lnTo>
                  <a:pt x="6393180" y="4522470"/>
                </a:lnTo>
                <a:lnTo>
                  <a:pt x="6454140" y="4598670"/>
                </a:lnTo>
                <a:lnTo>
                  <a:pt x="6534150" y="4636770"/>
                </a:lnTo>
                <a:lnTo>
                  <a:pt x="6720840" y="4652010"/>
                </a:lnTo>
                <a:lnTo>
                  <a:pt x="6877050" y="4690110"/>
                </a:lnTo>
                <a:lnTo>
                  <a:pt x="6995160" y="4724400"/>
                </a:lnTo>
                <a:lnTo>
                  <a:pt x="7098030" y="4777740"/>
                </a:lnTo>
                <a:lnTo>
                  <a:pt x="7170420" y="4674870"/>
                </a:lnTo>
                <a:lnTo>
                  <a:pt x="7227570" y="4655820"/>
                </a:lnTo>
                <a:lnTo>
                  <a:pt x="7299960" y="4480560"/>
                </a:lnTo>
                <a:lnTo>
                  <a:pt x="7357110" y="2853690"/>
                </a:lnTo>
                <a:lnTo>
                  <a:pt x="7433310" y="3051810"/>
                </a:lnTo>
                <a:lnTo>
                  <a:pt x="7494270" y="2937510"/>
                </a:lnTo>
                <a:lnTo>
                  <a:pt x="7555230" y="2910840"/>
                </a:lnTo>
                <a:lnTo>
                  <a:pt x="7631430" y="3055620"/>
                </a:lnTo>
                <a:lnTo>
                  <a:pt x="7688580" y="781050"/>
                </a:lnTo>
                <a:lnTo>
                  <a:pt x="7753350" y="681990"/>
                </a:lnTo>
                <a:lnTo>
                  <a:pt x="7943850" y="2225040"/>
                </a:lnTo>
                <a:lnTo>
                  <a:pt x="8081010" y="2632710"/>
                </a:lnTo>
                <a:lnTo>
                  <a:pt x="8138160" y="3901440"/>
                </a:lnTo>
                <a:lnTo>
                  <a:pt x="8214360" y="3589020"/>
                </a:lnTo>
                <a:lnTo>
                  <a:pt x="8271510" y="3950970"/>
                </a:lnTo>
                <a:lnTo>
                  <a:pt x="8340090" y="3733800"/>
                </a:lnTo>
                <a:lnTo>
                  <a:pt x="8408670" y="3394710"/>
                </a:lnTo>
                <a:lnTo>
                  <a:pt x="8469630" y="3760470"/>
                </a:lnTo>
                <a:lnTo>
                  <a:pt x="8534400" y="3844290"/>
                </a:lnTo>
                <a:lnTo>
                  <a:pt x="8599170" y="4053840"/>
                </a:lnTo>
                <a:lnTo>
                  <a:pt x="8660130" y="4152900"/>
                </a:lnTo>
                <a:lnTo>
                  <a:pt x="8728710" y="4091940"/>
                </a:lnTo>
                <a:lnTo>
                  <a:pt x="8793480" y="3909060"/>
                </a:lnTo>
                <a:lnTo>
                  <a:pt x="8862060" y="4038600"/>
                </a:lnTo>
                <a:lnTo>
                  <a:pt x="8919210" y="4457700"/>
                </a:lnTo>
                <a:lnTo>
                  <a:pt x="8995410" y="4122420"/>
                </a:lnTo>
                <a:lnTo>
                  <a:pt x="9052560" y="3569970"/>
                </a:lnTo>
                <a:lnTo>
                  <a:pt x="9132570" y="3832860"/>
                </a:lnTo>
                <a:lnTo>
                  <a:pt x="9185910" y="3813810"/>
                </a:lnTo>
                <a:lnTo>
                  <a:pt x="9246870" y="3642360"/>
                </a:lnTo>
                <a:lnTo>
                  <a:pt x="9323070" y="3169920"/>
                </a:lnTo>
                <a:lnTo>
                  <a:pt x="9361170" y="2644140"/>
                </a:lnTo>
                <a:lnTo>
                  <a:pt x="9384030" y="2373630"/>
                </a:lnTo>
                <a:lnTo>
                  <a:pt x="9441180" y="1916430"/>
                </a:lnTo>
                <a:lnTo>
                  <a:pt x="9517380" y="1668780"/>
                </a:lnTo>
                <a:lnTo>
                  <a:pt x="9574530" y="621030"/>
                </a:lnTo>
                <a:lnTo>
                  <a:pt x="9612630" y="1802130"/>
                </a:lnTo>
                <a:lnTo>
                  <a:pt x="9639300" y="2320290"/>
                </a:lnTo>
                <a:lnTo>
                  <a:pt x="9711690" y="1535430"/>
                </a:lnTo>
                <a:lnTo>
                  <a:pt x="9765030" y="182880"/>
                </a:lnTo>
                <a:lnTo>
                  <a:pt x="9841230" y="278130"/>
                </a:lnTo>
                <a:lnTo>
                  <a:pt x="9906000" y="487680"/>
                </a:lnTo>
                <a:lnTo>
                  <a:pt x="9963150" y="982980"/>
                </a:lnTo>
                <a:lnTo>
                  <a:pt x="10027920" y="3009900"/>
                </a:lnTo>
                <a:lnTo>
                  <a:pt x="10096500" y="3390900"/>
                </a:lnTo>
                <a:lnTo>
                  <a:pt x="10165080" y="2960370"/>
                </a:lnTo>
                <a:lnTo>
                  <a:pt x="10222230" y="2346960"/>
                </a:lnTo>
                <a:lnTo>
                  <a:pt x="10302240" y="2674620"/>
                </a:lnTo>
                <a:lnTo>
                  <a:pt x="10355580" y="4351020"/>
                </a:lnTo>
              </a:path>
            </a:pathLst>
          </a:custGeom>
          <a:noFill/>
          <a:ln w="22225">
            <a:solidFill>
              <a:schemeClr val="bg1">
                <a:lumMod val="95000"/>
              </a:schemeClr>
            </a:solidFill>
            <a:extLst>
              <a:ext uri="{C807C97D-BFC1-408E-A445-0C87EB9F89A2}">
                <ask:lineSketchStyleProps xmlns:ask="http://schemas.microsoft.com/office/drawing/2018/sketchyshapes" sd="1219033472">
                  <a:custGeom>
                    <a:avLst/>
                    <a:gdLst>
                      <a:gd name="connsiteX0" fmla="*/ 0 w 10355580"/>
                      <a:gd name="connsiteY0" fmla="*/ 4701540 h 4804410"/>
                      <a:gd name="connsiteX1" fmla="*/ 87630 w 10355580"/>
                      <a:gd name="connsiteY1" fmla="*/ 4168140 h 4804410"/>
                      <a:gd name="connsiteX2" fmla="*/ 140970 w 10355580"/>
                      <a:gd name="connsiteY2" fmla="*/ 2670810 h 4804410"/>
                      <a:gd name="connsiteX3" fmla="*/ 175260 w 10355580"/>
                      <a:gd name="connsiteY3" fmla="*/ 1489710 h 4804410"/>
                      <a:gd name="connsiteX4" fmla="*/ 182880 w 10355580"/>
                      <a:gd name="connsiteY4" fmla="*/ 769620 h 4804410"/>
                      <a:gd name="connsiteX5" fmla="*/ 209550 w 10355580"/>
                      <a:gd name="connsiteY5" fmla="*/ 0 h 4804410"/>
                      <a:gd name="connsiteX6" fmla="*/ 274320 w 10355580"/>
                      <a:gd name="connsiteY6" fmla="*/ 815340 h 4804410"/>
                      <a:gd name="connsiteX7" fmla="*/ 335280 w 10355580"/>
                      <a:gd name="connsiteY7" fmla="*/ 2682240 h 4804410"/>
                      <a:gd name="connsiteX8" fmla="*/ 396240 w 10355580"/>
                      <a:gd name="connsiteY8" fmla="*/ 3505200 h 4804410"/>
                      <a:gd name="connsiteX9" fmla="*/ 472440 w 10355580"/>
                      <a:gd name="connsiteY9" fmla="*/ 2465070 h 4804410"/>
                      <a:gd name="connsiteX10" fmla="*/ 529590 w 10355580"/>
                      <a:gd name="connsiteY10" fmla="*/ 2465070 h 4804410"/>
                      <a:gd name="connsiteX11" fmla="*/ 598170 w 10355580"/>
                      <a:gd name="connsiteY11" fmla="*/ 2125980 h 4804410"/>
                      <a:gd name="connsiteX12" fmla="*/ 666750 w 10355580"/>
                      <a:gd name="connsiteY12" fmla="*/ 1554480 h 4804410"/>
                      <a:gd name="connsiteX13" fmla="*/ 731520 w 10355580"/>
                      <a:gd name="connsiteY13" fmla="*/ 2145030 h 4804410"/>
                      <a:gd name="connsiteX14" fmla="*/ 788670 w 10355580"/>
                      <a:gd name="connsiteY14" fmla="*/ 3684270 h 4804410"/>
                      <a:gd name="connsiteX15" fmla="*/ 864870 w 10355580"/>
                      <a:gd name="connsiteY15" fmla="*/ 4171950 h 4804410"/>
                      <a:gd name="connsiteX16" fmla="*/ 918210 w 10355580"/>
                      <a:gd name="connsiteY16" fmla="*/ 3992880 h 4804410"/>
                      <a:gd name="connsiteX17" fmla="*/ 986790 w 10355580"/>
                      <a:gd name="connsiteY17" fmla="*/ 2804160 h 4804410"/>
                      <a:gd name="connsiteX18" fmla="*/ 1059180 w 10355580"/>
                      <a:gd name="connsiteY18" fmla="*/ 2933700 h 4804410"/>
                      <a:gd name="connsiteX19" fmla="*/ 1120140 w 10355580"/>
                      <a:gd name="connsiteY19" fmla="*/ 4011930 h 4804410"/>
                      <a:gd name="connsiteX20" fmla="*/ 1184910 w 10355580"/>
                      <a:gd name="connsiteY20" fmla="*/ 4293870 h 4804410"/>
                      <a:gd name="connsiteX21" fmla="*/ 1261110 w 10355580"/>
                      <a:gd name="connsiteY21" fmla="*/ 4251960 h 4804410"/>
                      <a:gd name="connsiteX22" fmla="*/ 1371600 w 10355580"/>
                      <a:gd name="connsiteY22" fmla="*/ 4423410 h 4804410"/>
                      <a:gd name="connsiteX23" fmla="*/ 1443990 w 10355580"/>
                      <a:gd name="connsiteY23" fmla="*/ 4160520 h 4804410"/>
                      <a:gd name="connsiteX24" fmla="*/ 1516380 w 10355580"/>
                      <a:gd name="connsiteY24" fmla="*/ 4290060 h 4804410"/>
                      <a:gd name="connsiteX25" fmla="*/ 1573530 w 10355580"/>
                      <a:gd name="connsiteY25" fmla="*/ 4240530 h 4804410"/>
                      <a:gd name="connsiteX26" fmla="*/ 1642110 w 10355580"/>
                      <a:gd name="connsiteY26" fmla="*/ 4450080 h 4804410"/>
                      <a:gd name="connsiteX27" fmla="*/ 1703070 w 10355580"/>
                      <a:gd name="connsiteY27" fmla="*/ 4472940 h 4804410"/>
                      <a:gd name="connsiteX28" fmla="*/ 1764030 w 10355580"/>
                      <a:gd name="connsiteY28" fmla="*/ 4236720 h 4804410"/>
                      <a:gd name="connsiteX29" fmla="*/ 1828800 w 10355580"/>
                      <a:gd name="connsiteY29" fmla="*/ 4194810 h 4804410"/>
                      <a:gd name="connsiteX30" fmla="*/ 1897380 w 10355580"/>
                      <a:gd name="connsiteY30" fmla="*/ 4248150 h 4804410"/>
                      <a:gd name="connsiteX31" fmla="*/ 1958340 w 10355580"/>
                      <a:gd name="connsiteY31" fmla="*/ 4503420 h 4804410"/>
                      <a:gd name="connsiteX32" fmla="*/ 2026920 w 10355580"/>
                      <a:gd name="connsiteY32" fmla="*/ 4610100 h 4804410"/>
                      <a:gd name="connsiteX33" fmla="*/ 2080260 w 10355580"/>
                      <a:gd name="connsiteY33" fmla="*/ 4530090 h 4804410"/>
                      <a:gd name="connsiteX34" fmla="*/ 2152650 w 10355580"/>
                      <a:gd name="connsiteY34" fmla="*/ 4240530 h 4804410"/>
                      <a:gd name="connsiteX35" fmla="*/ 2225040 w 10355580"/>
                      <a:gd name="connsiteY35" fmla="*/ 3577590 h 4804410"/>
                      <a:gd name="connsiteX36" fmla="*/ 2289810 w 10355580"/>
                      <a:gd name="connsiteY36" fmla="*/ 3806190 h 4804410"/>
                      <a:gd name="connsiteX37" fmla="*/ 2350770 w 10355580"/>
                      <a:gd name="connsiteY37" fmla="*/ 4263390 h 4804410"/>
                      <a:gd name="connsiteX38" fmla="*/ 2430780 w 10355580"/>
                      <a:gd name="connsiteY38" fmla="*/ 4122420 h 4804410"/>
                      <a:gd name="connsiteX39" fmla="*/ 2484120 w 10355580"/>
                      <a:gd name="connsiteY39" fmla="*/ 3676650 h 4804410"/>
                      <a:gd name="connsiteX40" fmla="*/ 2560320 w 10355580"/>
                      <a:gd name="connsiteY40" fmla="*/ 3798570 h 4804410"/>
                      <a:gd name="connsiteX41" fmla="*/ 2625090 w 10355580"/>
                      <a:gd name="connsiteY41" fmla="*/ 4107180 h 4804410"/>
                      <a:gd name="connsiteX42" fmla="*/ 2682240 w 10355580"/>
                      <a:gd name="connsiteY42" fmla="*/ 4293870 h 4804410"/>
                      <a:gd name="connsiteX43" fmla="*/ 2750820 w 10355580"/>
                      <a:gd name="connsiteY43" fmla="*/ 4187190 h 4804410"/>
                      <a:gd name="connsiteX44" fmla="*/ 2819400 w 10355580"/>
                      <a:gd name="connsiteY44" fmla="*/ 4282440 h 4804410"/>
                      <a:gd name="connsiteX45" fmla="*/ 2872740 w 10355580"/>
                      <a:gd name="connsiteY45" fmla="*/ 4541520 h 4804410"/>
                      <a:gd name="connsiteX46" fmla="*/ 2945130 w 10355580"/>
                      <a:gd name="connsiteY46" fmla="*/ 4419600 h 4804410"/>
                      <a:gd name="connsiteX47" fmla="*/ 3013710 w 10355580"/>
                      <a:gd name="connsiteY47" fmla="*/ 4461510 h 4804410"/>
                      <a:gd name="connsiteX48" fmla="*/ 3070860 w 10355580"/>
                      <a:gd name="connsiteY48" fmla="*/ 4423410 h 4804410"/>
                      <a:gd name="connsiteX49" fmla="*/ 3150870 w 10355580"/>
                      <a:gd name="connsiteY49" fmla="*/ 4450080 h 4804410"/>
                      <a:gd name="connsiteX50" fmla="*/ 3211830 w 10355580"/>
                      <a:gd name="connsiteY50" fmla="*/ 4587240 h 4804410"/>
                      <a:gd name="connsiteX51" fmla="*/ 3276600 w 10355580"/>
                      <a:gd name="connsiteY51" fmla="*/ 4575810 h 4804410"/>
                      <a:gd name="connsiteX52" fmla="*/ 3337560 w 10355580"/>
                      <a:gd name="connsiteY52" fmla="*/ 4465320 h 4804410"/>
                      <a:gd name="connsiteX53" fmla="*/ 3394710 w 10355580"/>
                      <a:gd name="connsiteY53" fmla="*/ 4271010 h 4804410"/>
                      <a:gd name="connsiteX54" fmla="*/ 3535680 w 10355580"/>
                      <a:gd name="connsiteY54" fmla="*/ 4621530 h 4804410"/>
                      <a:gd name="connsiteX55" fmla="*/ 3596640 w 10355580"/>
                      <a:gd name="connsiteY55" fmla="*/ 4221480 h 4804410"/>
                      <a:gd name="connsiteX56" fmla="*/ 3657600 w 10355580"/>
                      <a:gd name="connsiteY56" fmla="*/ 3981450 h 4804410"/>
                      <a:gd name="connsiteX57" fmla="*/ 3729990 w 10355580"/>
                      <a:gd name="connsiteY57" fmla="*/ 3920490 h 4804410"/>
                      <a:gd name="connsiteX58" fmla="*/ 3798570 w 10355580"/>
                      <a:gd name="connsiteY58" fmla="*/ 4061460 h 4804410"/>
                      <a:gd name="connsiteX59" fmla="*/ 3851910 w 10355580"/>
                      <a:gd name="connsiteY59" fmla="*/ 3672840 h 4804410"/>
                      <a:gd name="connsiteX60" fmla="*/ 3928110 w 10355580"/>
                      <a:gd name="connsiteY60" fmla="*/ 4263390 h 4804410"/>
                      <a:gd name="connsiteX61" fmla="*/ 3977640 w 10355580"/>
                      <a:gd name="connsiteY61" fmla="*/ 4271010 h 4804410"/>
                      <a:gd name="connsiteX62" fmla="*/ 4046220 w 10355580"/>
                      <a:gd name="connsiteY62" fmla="*/ 4434840 h 4804410"/>
                      <a:gd name="connsiteX63" fmla="*/ 4107180 w 10355580"/>
                      <a:gd name="connsiteY63" fmla="*/ 4404360 h 4804410"/>
                      <a:gd name="connsiteX64" fmla="*/ 4171950 w 10355580"/>
                      <a:gd name="connsiteY64" fmla="*/ 4274820 h 4804410"/>
                      <a:gd name="connsiteX65" fmla="*/ 4240530 w 10355580"/>
                      <a:gd name="connsiteY65" fmla="*/ 4164330 h 4804410"/>
                      <a:gd name="connsiteX66" fmla="*/ 4312920 w 10355580"/>
                      <a:gd name="connsiteY66" fmla="*/ 4499610 h 4804410"/>
                      <a:gd name="connsiteX67" fmla="*/ 4381500 w 10355580"/>
                      <a:gd name="connsiteY67" fmla="*/ 4549140 h 4804410"/>
                      <a:gd name="connsiteX68" fmla="*/ 4438650 w 10355580"/>
                      <a:gd name="connsiteY68" fmla="*/ 4495800 h 4804410"/>
                      <a:gd name="connsiteX69" fmla="*/ 4507230 w 10355580"/>
                      <a:gd name="connsiteY69" fmla="*/ 4511040 h 4804410"/>
                      <a:gd name="connsiteX70" fmla="*/ 4568190 w 10355580"/>
                      <a:gd name="connsiteY70" fmla="*/ 4804410 h 4804410"/>
                      <a:gd name="connsiteX71" fmla="*/ 4629150 w 10355580"/>
                      <a:gd name="connsiteY71" fmla="*/ 4602480 h 4804410"/>
                      <a:gd name="connsiteX72" fmla="*/ 4701540 w 10355580"/>
                      <a:gd name="connsiteY72" fmla="*/ 4709160 h 4804410"/>
                      <a:gd name="connsiteX73" fmla="*/ 4762500 w 10355580"/>
                      <a:gd name="connsiteY73" fmla="*/ 4491990 h 4804410"/>
                      <a:gd name="connsiteX74" fmla="*/ 4827270 w 10355580"/>
                      <a:gd name="connsiteY74" fmla="*/ 4514850 h 4804410"/>
                      <a:gd name="connsiteX75" fmla="*/ 4892040 w 10355580"/>
                      <a:gd name="connsiteY75" fmla="*/ 4431030 h 4804410"/>
                      <a:gd name="connsiteX76" fmla="*/ 4953000 w 10355580"/>
                      <a:gd name="connsiteY76" fmla="*/ 4404360 h 4804410"/>
                      <a:gd name="connsiteX77" fmla="*/ 5029200 w 10355580"/>
                      <a:gd name="connsiteY77" fmla="*/ 4434840 h 4804410"/>
                      <a:gd name="connsiteX78" fmla="*/ 5082540 w 10355580"/>
                      <a:gd name="connsiteY78" fmla="*/ 4495800 h 4804410"/>
                      <a:gd name="connsiteX79" fmla="*/ 5147310 w 10355580"/>
                      <a:gd name="connsiteY79" fmla="*/ 4503420 h 4804410"/>
                      <a:gd name="connsiteX80" fmla="*/ 5223510 w 10355580"/>
                      <a:gd name="connsiteY80" fmla="*/ 4457700 h 4804410"/>
                      <a:gd name="connsiteX81" fmla="*/ 5372100 w 10355580"/>
                      <a:gd name="connsiteY81" fmla="*/ 4545330 h 4804410"/>
                      <a:gd name="connsiteX82" fmla="*/ 5421630 w 10355580"/>
                      <a:gd name="connsiteY82" fmla="*/ 4545330 h 4804410"/>
                      <a:gd name="connsiteX83" fmla="*/ 5490210 w 10355580"/>
                      <a:gd name="connsiteY83" fmla="*/ 4652010 h 4804410"/>
                      <a:gd name="connsiteX84" fmla="*/ 5547360 w 10355580"/>
                      <a:gd name="connsiteY84" fmla="*/ 4659630 h 4804410"/>
                      <a:gd name="connsiteX85" fmla="*/ 5596890 w 10355580"/>
                      <a:gd name="connsiteY85" fmla="*/ 4373880 h 4804410"/>
                      <a:gd name="connsiteX86" fmla="*/ 5669280 w 10355580"/>
                      <a:gd name="connsiteY86" fmla="*/ 4392930 h 4804410"/>
                      <a:gd name="connsiteX87" fmla="*/ 5737860 w 10355580"/>
                      <a:gd name="connsiteY87" fmla="*/ 4499610 h 4804410"/>
                      <a:gd name="connsiteX88" fmla="*/ 5806440 w 10355580"/>
                      <a:gd name="connsiteY88" fmla="*/ 4522470 h 4804410"/>
                      <a:gd name="connsiteX89" fmla="*/ 5867400 w 10355580"/>
                      <a:gd name="connsiteY89" fmla="*/ 4575810 h 4804410"/>
                      <a:gd name="connsiteX90" fmla="*/ 5939790 w 10355580"/>
                      <a:gd name="connsiteY90" fmla="*/ 4591050 h 4804410"/>
                      <a:gd name="connsiteX91" fmla="*/ 6008370 w 10355580"/>
                      <a:gd name="connsiteY91" fmla="*/ 4507230 h 4804410"/>
                      <a:gd name="connsiteX92" fmla="*/ 6164580 w 10355580"/>
                      <a:gd name="connsiteY92" fmla="*/ 4514850 h 4804410"/>
                      <a:gd name="connsiteX93" fmla="*/ 6248400 w 10355580"/>
                      <a:gd name="connsiteY93" fmla="*/ 4560570 h 4804410"/>
                      <a:gd name="connsiteX94" fmla="*/ 6332220 w 10355580"/>
                      <a:gd name="connsiteY94" fmla="*/ 4514850 h 4804410"/>
                      <a:gd name="connsiteX95" fmla="*/ 6393180 w 10355580"/>
                      <a:gd name="connsiteY95" fmla="*/ 4522470 h 4804410"/>
                      <a:gd name="connsiteX96" fmla="*/ 6454140 w 10355580"/>
                      <a:gd name="connsiteY96" fmla="*/ 4598670 h 4804410"/>
                      <a:gd name="connsiteX97" fmla="*/ 6534150 w 10355580"/>
                      <a:gd name="connsiteY97" fmla="*/ 4636770 h 4804410"/>
                      <a:gd name="connsiteX98" fmla="*/ 6720840 w 10355580"/>
                      <a:gd name="connsiteY98" fmla="*/ 4652010 h 4804410"/>
                      <a:gd name="connsiteX99" fmla="*/ 6877050 w 10355580"/>
                      <a:gd name="connsiteY99" fmla="*/ 4690110 h 4804410"/>
                      <a:gd name="connsiteX100" fmla="*/ 6995160 w 10355580"/>
                      <a:gd name="connsiteY100" fmla="*/ 4724400 h 4804410"/>
                      <a:gd name="connsiteX101" fmla="*/ 7098030 w 10355580"/>
                      <a:gd name="connsiteY101" fmla="*/ 4777740 h 4804410"/>
                      <a:gd name="connsiteX102" fmla="*/ 7170420 w 10355580"/>
                      <a:gd name="connsiteY102" fmla="*/ 4674870 h 4804410"/>
                      <a:gd name="connsiteX103" fmla="*/ 7227570 w 10355580"/>
                      <a:gd name="connsiteY103" fmla="*/ 4655820 h 4804410"/>
                      <a:gd name="connsiteX104" fmla="*/ 7299960 w 10355580"/>
                      <a:gd name="connsiteY104" fmla="*/ 4480560 h 4804410"/>
                      <a:gd name="connsiteX105" fmla="*/ 7357110 w 10355580"/>
                      <a:gd name="connsiteY105" fmla="*/ 2853690 h 4804410"/>
                      <a:gd name="connsiteX106" fmla="*/ 7433310 w 10355580"/>
                      <a:gd name="connsiteY106" fmla="*/ 3051810 h 4804410"/>
                      <a:gd name="connsiteX107" fmla="*/ 7494270 w 10355580"/>
                      <a:gd name="connsiteY107" fmla="*/ 2937510 h 4804410"/>
                      <a:gd name="connsiteX108" fmla="*/ 7555230 w 10355580"/>
                      <a:gd name="connsiteY108" fmla="*/ 2910840 h 4804410"/>
                      <a:gd name="connsiteX109" fmla="*/ 7631430 w 10355580"/>
                      <a:gd name="connsiteY109" fmla="*/ 3055620 h 4804410"/>
                      <a:gd name="connsiteX110" fmla="*/ 7688580 w 10355580"/>
                      <a:gd name="connsiteY110" fmla="*/ 781050 h 4804410"/>
                      <a:gd name="connsiteX111" fmla="*/ 7753350 w 10355580"/>
                      <a:gd name="connsiteY111" fmla="*/ 681990 h 4804410"/>
                      <a:gd name="connsiteX112" fmla="*/ 7943850 w 10355580"/>
                      <a:gd name="connsiteY112" fmla="*/ 2225040 h 4804410"/>
                      <a:gd name="connsiteX113" fmla="*/ 8081010 w 10355580"/>
                      <a:gd name="connsiteY113" fmla="*/ 2632710 h 4804410"/>
                      <a:gd name="connsiteX114" fmla="*/ 8138160 w 10355580"/>
                      <a:gd name="connsiteY114" fmla="*/ 3901440 h 4804410"/>
                      <a:gd name="connsiteX115" fmla="*/ 8214360 w 10355580"/>
                      <a:gd name="connsiteY115" fmla="*/ 3589020 h 4804410"/>
                      <a:gd name="connsiteX116" fmla="*/ 8271510 w 10355580"/>
                      <a:gd name="connsiteY116" fmla="*/ 3950970 h 4804410"/>
                      <a:gd name="connsiteX117" fmla="*/ 8340090 w 10355580"/>
                      <a:gd name="connsiteY117" fmla="*/ 3733800 h 4804410"/>
                      <a:gd name="connsiteX118" fmla="*/ 8408670 w 10355580"/>
                      <a:gd name="connsiteY118" fmla="*/ 3394710 h 4804410"/>
                      <a:gd name="connsiteX119" fmla="*/ 8469630 w 10355580"/>
                      <a:gd name="connsiteY119" fmla="*/ 3760470 h 4804410"/>
                      <a:gd name="connsiteX120" fmla="*/ 8534400 w 10355580"/>
                      <a:gd name="connsiteY120" fmla="*/ 3844290 h 4804410"/>
                      <a:gd name="connsiteX121" fmla="*/ 8599170 w 10355580"/>
                      <a:gd name="connsiteY121" fmla="*/ 4053840 h 4804410"/>
                      <a:gd name="connsiteX122" fmla="*/ 8660130 w 10355580"/>
                      <a:gd name="connsiteY122" fmla="*/ 4152900 h 4804410"/>
                      <a:gd name="connsiteX123" fmla="*/ 8728710 w 10355580"/>
                      <a:gd name="connsiteY123" fmla="*/ 4091940 h 4804410"/>
                      <a:gd name="connsiteX124" fmla="*/ 8793480 w 10355580"/>
                      <a:gd name="connsiteY124" fmla="*/ 3909060 h 4804410"/>
                      <a:gd name="connsiteX125" fmla="*/ 8862060 w 10355580"/>
                      <a:gd name="connsiteY125" fmla="*/ 4038600 h 4804410"/>
                      <a:gd name="connsiteX126" fmla="*/ 8919210 w 10355580"/>
                      <a:gd name="connsiteY126" fmla="*/ 4457700 h 4804410"/>
                      <a:gd name="connsiteX127" fmla="*/ 8995410 w 10355580"/>
                      <a:gd name="connsiteY127" fmla="*/ 4122420 h 4804410"/>
                      <a:gd name="connsiteX128" fmla="*/ 9052560 w 10355580"/>
                      <a:gd name="connsiteY128" fmla="*/ 3569970 h 4804410"/>
                      <a:gd name="connsiteX129" fmla="*/ 9132570 w 10355580"/>
                      <a:gd name="connsiteY129" fmla="*/ 3832860 h 4804410"/>
                      <a:gd name="connsiteX130" fmla="*/ 9185910 w 10355580"/>
                      <a:gd name="connsiteY130" fmla="*/ 3813810 h 4804410"/>
                      <a:gd name="connsiteX131" fmla="*/ 9246870 w 10355580"/>
                      <a:gd name="connsiteY131" fmla="*/ 3642360 h 4804410"/>
                      <a:gd name="connsiteX132" fmla="*/ 9323070 w 10355580"/>
                      <a:gd name="connsiteY132" fmla="*/ 3169920 h 4804410"/>
                      <a:gd name="connsiteX133" fmla="*/ 9361170 w 10355580"/>
                      <a:gd name="connsiteY133" fmla="*/ 2644140 h 4804410"/>
                      <a:gd name="connsiteX134" fmla="*/ 9384030 w 10355580"/>
                      <a:gd name="connsiteY134" fmla="*/ 2373630 h 4804410"/>
                      <a:gd name="connsiteX135" fmla="*/ 9441180 w 10355580"/>
                      <a:gd name="connsiteY135" fmla="*/ 1916430 h 4804410"/>
                      <a:gd name="connsiteX136" fmla="*/ 9517380 w 10355580"/>
                      <a:gd name="connsiteY136" fmla="*/ 1668780 h 4804410"/>
                      <a:gd name="connsiteX137" fmla="*/ 9574530 w 10355580"/>
                      <a:gd name="connsiteY137" fmla="*/ 621030 h 4804410"/>
                      <a:gd name="connsiteX138" fmla="*/ 9612630 w 10355580"/>
                      <a:gd name="connsiteY138" fmla="*/ 1802130 h 4804410"/>
                      <a:gd name="connsiteX139" fmla="*/ 9639300 w 10355580"/>
                      <a:gd name="connsiteY139" fmla="*/ 2320290 h 4804410"/>
                      <a:gd name="connsiteX140" fmla="*/ 9711690 w 10355580"/>
                      <a:gd name="connsiteY140" fmla="*/ 1535430 h 4804410"/>
                      <a:gd name="connsiteX141" fmla="*/ 9765030 w 10355580"/>
                      <a:gd name="connsiteY141" fmla="*/ 182880 h 4804410"/>
                      <a:gd name="connsiteX142" fmla="*/ 9841230 w 10355580"/>
                      <a:gd name="connsiteY142" fmla="*/ 278130 h 4804410"/>
                      <a:gd name="connsiteX143" fmla="*/ 9906000 w 10355580"/>
                      <a:gd name="connsiteY143" fmla="*/ 487680 h 4804410"/>
                      <a:gd name="connsiteX144" fmla="*/ 9963150 w 10355580"/>
                      <a:gd name="connsiteY144" fmla="*/ 982980 h 4804410"/>
                      <a:gd name="connsiteX145" fmla="*/ 10027920 w 10355580"/>
                      <a:gd name="connsiteY145" fmla="*/ 3009900 h 4804410"/>
                      <a:gd name="connsiteX146" fmla="*/ 10096500 w 10355580"/>
                      <a:gd name="connsiteY146" fmla="*/ 3390900 h 4804410"/>
                      <a:gd name="connsiteX147" fmla="*/ 10165080 w 10355580"/>
                      <a:gd name="connsiteY147" fmla="*/ 2960370 h 4804410"/>
                      <a:gd name="connsiteX148" fmla="*/ 10222230 w 10355580"/>
                      <a:gd name="connsiteY148" fmla="*/ 2346960 h 4804410"/>
                      <a:gd name="connsiteX149" fmla="*/ 10302240 w 10355580"/>
                      <a:gd name="connsiteY149" fmla="*/ 2674620 h 4804410"/>
                      <a:gd name="connsiteX150" fmla="*/ 10355580 w 10355580"/>
                      <a:gd name="connsiteY150" fmla="*/ 4351020 h 4804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10355580" h="4804410" extrusionOk="0">
                        <a:moveTo>
                          <a:pt x="0" y="4701540"/>
                        </a:moveTo>
                        <a:cubicBezTo>
                          <a:pt x="72710" y="4470740"/>
                          <a:pt x="84763" y="4306710"/>
                          <a:pt x="87630" y="4168140"/>
                        </a:cubicBezTo>
                        <a:cubicBezTo>
                          <a:pt x="224309" y="3492379"/>
                          <a:pt x="149831" y="2887800"/>
                          <a:pt x="140970" y="2670810"/>
                        </a:cubicBezTo>
                        <a:cubicBezTo>
                          <a:pt x="45372" y="2399207"/>
                          <a:pt x="240849" y="1622968"/>
                          <a:pt x="175260" y="1489710"/>
                        </a:cubicBezTo>
                        <a:cubicBezTo>
                          <a:pt x="172177" y="1391440"/>
                          <a:pt x="189491" y="1041854"/>
                          <a:pt x="182880" y="769620"/>
                        </a:cubicBezTo>
                        <a:cubicBezTo>
                          <a:pt x="162415" y="489404"/>
                          <a:pt x="141753" y="289912"/>
                          <a:pt x="209550" y="0"/>
                        </a:cubicBezTo>
                        <a:cubicBezTo>
                          <a:pt x="183975" y="155180"/>
                          <a:pt x="261081" y="687127"/>
                          <a:pt x="274320" y="815340"/>
                        </a:cubicBezTo>
                        <a:cubicBezTo>
                          <a:pt x="167786" y="1407403"/>
                          <a:pt x="241497" y="2276505"/>
                          <a:pt x="335280" y="2682240"/>
                        </a:cubicBezTo>
                        <a:cubicBezTo>
                          <a:pt x="393444" y="2842448"/>
                          <a:pt x="392162" y="3411290"/>
                          <a:pt x="396240" y="3505200"/>
                        </a:cubicBezTo>
                        <a:cubicBezTo>
                          <a:pt x="422451" y="3232667"/>
                          <a:pt x="350959" y="2925849"/>
                          <a:pt x="472440" y="2465070"/>
                        </a:cubicBezTo>
                        <a:cubicBezTo>
                          <a:pt x="493512" y="2464716"/>
                          <a:pt x="516316" y="2469445"/>
                          <a:pt x="529590" y="2465070"/>
                        </a:cubicBezTo>
                        <a:cubicBezTo>
                          <a:pt x="555403" y="2315565"/>
                          <a:pt x="564672" y="2174887"/>
                          <a:pt x="598170" y="2125980"/>
                        </a:cubicBezTo>
                        <a:cubicBezTo>
                          <a:pt x="560154" y="2051161"/>
                          <a:pt x="691920" y="1726317"/>
                          <a:pt x="666750" y="1554480"/>
                        </a:cubicBezTo>
                        <a:cubicBezTo>
                          <a:pt x="670870" y="1734380"/>
                          <a:pt x="740439" y="1963200"/>
                          <a:pt x="731520" y="2145030"/>
                        </a:cubicBezTo>
                        <a:cubicBezTo>
                          <a:pt x="696536" y="2563820"/>
                          <a:pt x="644386" y="3306441"/>
                          <a:pt x="788670" y="3684270"/>
                        </a:cubicBezTo>
                        <a:cubicBezTo>
                          <a:pt x="785440" y="3907398"/>
                          <a:pt x="842206" y="4039228"/>
                          <a:pt x="864870" y="4171950"/>
                        </a:cubicBezTo>
                        <a:cubicBezTo>
                          <a:pt x="874903" y="4144672"/>
                          <a:pt x="884773" y="4050219"/>
                          <a:pt x="918210" y="3992880"/>
                        </a:cubicBezTo>
                        <a:cubicBezTo>
                          <a:pt x="889615" y="3557325"/>
                          <a:pt x="1072847" y="3103094"/>
                          <a:pt x="986790" y="2804160"/>
                        </a:cubicBezTo>
                        <a:cubicBezTo>
                          <a:pt x="1000741" y="2816569"/>
                          <a:pt x="1035253" y="2911533"/>
                          <a:pt x="1059180" y="2933700"/>
                        </a:cubicBezTo>
                        <a:cubicBezTo>
                          <a:pt x="1133848" y="3453163"/>
                          <a:pt x="1043069" y="3475831"/>
                          <a:pt x="1120140" y="4011930"/>
                        </a:cubicBezTo>
                        <a:cubicBezTo>
                          <a:pt x="1163549" y="4097098"/>
                          <a:pt x="1166883" y="4224060"/>
                          <a:pt x="1184910" y="4293870"/>
                        </a:cubicBezTo>
                        <a:cubicBezTo>
                          <a:pt x="1216256" y="4274371"/>
                          <a:pt x="1234418" y="4265173"/>
                          <a:pt x="1261110" y="4251960"/>
                        </a:cubicBezTo>
                        <a:cubicBezTo>
                          <a:pt x="1281426" y="4314978"/>
                          <a:pt x="1313556" y="4344010"/>
                          <a:pt x="1371600" y="4423410"/>
                        </a:cubicBezTo>
                        <a:cubicBezTo>
                          <a:pt x="1383217" y="4331023"/>
                          <a:pt x="1387625" y="4285688"/>
                          <a:pt x="1443990" y="4160520"/>
                        </a:cubicBezTo>
                        <a:cubicBezTo>
                          <a:pt x="1464092" y="4212547"/>
                          <a:pt x="1511605" y="4265470"/>
                          <a:pt x="1516380" y="4290060"/>
                        </a:cubicBezTo>
                        <a:cubicBezTo>
                          <a:pt x="1529946" y="4275766"/>
                          <a:pt x="1551168" y="4255387"/>
                          <a:pt x="1573530" y="4240530"/>
                        </a:cubicBezTo>
                        <a:cubicBezTo>
                          <a:pt x="1601208" y="4261950"/>
                          <a:pt x="1631913" y="4364636"/>
                          <a:pt x="1642110" y="4450080"/>
                        </a:cubicBezTo>
                        <a:cubicBezTo>
                          <a:pt x="1662552" y="4460971"/>
                          <a:pt x="1691998" y="4470499"/>
                          <a:pt x="1703070" y="4472940"/>
                        </a:cubicBezTo>
                        <a:cubicBezTo>
                          <a:pt x="1744954" y="4380434"/>
                          <a:pt x="1766452" y="4283867"/>
                          <a:pt x="1764030" y="4236720"/>
                        </a:cubicBezTo>
                        <a:cubicBezTo>
                          <a:pt x="1775966" y="4224825"/>
                          <a:pt x="1819646" y="4196362"/>
                          <a:pt x="1828800" y="4194810"/>
                        </a:cubicBezTo>
                        <a:cubicBezTo>
                          <a:pt x="1845639" y="4201558"/>
                          <a:pt x="1873910" y="4235971"/>
                          <a:pt x="1897380" y="4248150"/>
                        </a:cubicBezTo>
                        <a:cubicBezTo>
                          <a:pt x="1910351" y="4354774"/>
                          <a:pt x="1946960" y="4377466"/>
                          <a:pt x="1958340" y="4503420"/>
                        </a:cubicBezTo>
                        <a:cubicBezTo>
                          <a:pt x="1969112" y="4518297"/>
                          <a:pt x="2007671" y="4594228"/>
                          <a:pt x="2026920" y="4610100"/>
                        </a:cubicBezTo>
                        <a:cubicBezTo>
                          <a:pt x="2029908" y="4591312"/>
                          <a:pt x="2055348" y="4559543"/>
                          <a:pt x="2080260" y="4530090"/>
                        </a:cubicBezTo>
                        <a:cubicBezTo>
                          <a:pt x="2116136" y="4491961"/>
                          <a:pt x="2148814" y="4289975"/>
                          <a:pt x="2152650" y="4240530"/>
                        </a:cubicBezTo>
                        <a:cubicBezTo>
                          <a:pt x="2115212" y="4115312"/>
                          <a:pt x="2169852" y="3896979"/>
                          <a:pt x="2225040" y="3577590"/>
                        </a:cubicBezTo>
                        <a:cubicBezTo>
                          <a:pt x="2273154" y="3681447"/>
                          <a:pt x="2274668" y="3735606"/>
                          <a:pt x="2289810" y="3806190"/>
                        </a:cubicBezTo>
                        <a:cubicBezTo>
                          <a:pt x="2351175" y="3994473"/>
                          <a:pt x="2338281" y="4202433"/>
                          <a:pt x="2350770" y="4263390"/>
                        </a:cubicBezTo>
                        <a:cubicBezTo>
                          <a:pt x="2387684" y="4215539"/>
                          <a:pt x="2428585" y="4139828"/>
                          <a:pt x="2430780" y="4122420"/>
                        </a:cubicBezTo>
                        <a:cubicBezTo>
                          <a:pt x="2446801" y="3911704"/>
                          <a:pt x="2501481" y="3758186"/>
                          <a:pt x="2484120" y="3676650"/>
                        </a:cubicBezTo>
                        <a:cubicBezTo>
                          <a:pt x="2514091" y="3741729"/>
                          <a:pt x="2547863" y="3765693"/>
                          <a:pt x="2560320" y="3798570"/>
                        </a:cubicBezTo>
                        <a:cubicBezTo>
                          <a:pt x="2590709" y="3897016"/>
                          <a:pt x="2604368" y="4019789"/>
                          <a:pt x="2625090" y="4107180"/>
                        </a:cubicBezTo>
                        <a:cubicBezTo>
                          <a:pt x="2666488" y="4187413"/>
                          <a:pt x="2656857" y="4223358"/>
                          <a:pt x="2682240" y="4293870"/>
                        </a:cubicBezTo>
                        <a:cubicBezTo>
                          <a:pt x="2688756" y="4263732"/>
                          <a:pt x="2733314" y="4216847"/>
                          <a:pt x="2750820" y="4187190"/>
                        </a:cubicBezTo>
                        <a:cubicBezTo>
                          <a:pt x="2784745" y="4228781"/>
                          <a:pt x="2789258" y="4232270"/>
                          <a:pt x="2819400" y="4282440"/>
                        </a:cubicBezTo>
                        <a:cubicBezTo>
                          <a:pt x="2827214" y="4321574"/>
                          <a:pt x="2845455" y="4429129"/>
                          <a:pt x="2872740" y="4541520"/>
                        </a:cubicBezTo>
                        <a:cubicBezTo>
                          <a:pt x="2894428" y="4524851"/>
                          <a:pt x="2920614" y="4480069"/>
                          <a:pt x="2945130" y="4419600"/>
                        </a:cubicBezTo>
                        <a:cubicBezTo>
                          <a:pt x="2962475" y="4438003"/>
                          <a:pt x="2992156" y="4453198"/>
                          <a:pt x="3013710" y="4461510"/>
                        </a:cubicBezTo>
                        <a:cubicBezTo>
                          <a:pt x="3033875" y="4442095"/>
                          <a:pt x="3042725" y="4442103"/>
                          <a:pt x="3070860" y="4423410"/>
                        </a:cubicBezTo>
                        <a:cubicBezTo>
                          <a:pt x="3094441" y="4427724"/>
                          <a:pt x="3117019" y="4444107"/>
                          <a:pt x="3150870" y="4450080"/>
                        </a:cubicBezTo>
                        <a:cubicBezTo>
                          <a:pt x="3164098" y="4481666"/>
                          <a:pt x="3180830" y="4540778"/>
                          <a:pt x="3211830" y="4587240"/>
                        </a:cubicBezTo>
                        <a:cubicBezTo>
                          <a:pt x="3222125" y="4585826"/>
                          <a:pt x="3261928" y="4579974"/>
                          <a:pt x="3276600" y="4575810"/>
                        </a:cubicBezTo>
                        <a:cubicBezTo>
                          <a:pt x="3289189" y="4534370"/>
                          <a:pt x="3322408" y="4513955"/>
                          <a:pt x="3337560" y="4465320"/>
                        </a:cubicBezTo>
                        <a:cubicBezTo>
                          <a:pt x="3344937" y="4419832"/>
                          <a:pt x="3380372" y="4327201"/>
                          <a:pt x="3394710" y="4271010"/>
                        </a:cubicBezTo>
                        <a:cubicBezTo>
                          <a:pt x="3426609" y="4310090"/>
                          <a:pt x="3524851" y="4540477"/>
                          <a:pt x="3535680" y="4621530"/>
                        </a:cubicBezTo>
                        <a:cubicBezTo>
                          <a:pt x="3550730" y="4450008"/>
                          <a:pt x="3589660" y="4410354"/>
                          <a:pt x="3596640" y="4221480"/>
                        </a:cubicBezTo>
                        <a:cubicBezTo>
                          <a:pt x="3609596" y="4170017"/>
                          <a:pt x="3631070" y="4041494"/>
                          <a:pt x="3657600" y="3981450"/>
                        </a:cubicBezTo>
                        <a:cubicBezTo>
                          <a:pt x="3680909" y="3951171"/>
                          <a:pt x="3721558" y="3929934"/>
                          <a:pt x="3729990" y="3920490"/>
                        </a:cubicBezTo>
                        <a:cubicBezTo>
                          <a:pt x="3733106" y="3943237"/>
                          <a:pt x="3770031" y="3992997"/>
                          <a:pt x="3798570" y="4061460"/>
                        </a:cubicBezTo>
                        <a:cubicBezTo>
                          <a:pt x="3824766" y="3936656"/>
                          <a:pt x="3835961" y="3863472"/>
                          <a:pt x="3851910" y="3672840"/>
                        </a:cubicBezTo>
                        <a:cubicBezTo>
                          <a:pt x="3840934" y="3792046"/>
                          <a:pt x="3911864" y="4197226"/>
                          <a:pt x="3928110" y="4263390"/>
                        </a:cubicBezTo>
                        <a:cubicBezTo>
                          <a:pt x="3950709" y="4265216"/>
                          <a:pt x="3960480" y="4266299"/>
                          <a:pt x="3977640" y="4271010"/>
                        </a:cubicBezTo>
                        <a:cubicBezTo>
                          <a:pt x="4003370" y="4343359"/>
                          <a:pt x="4017222" y="4376832"/>
                          <a:pt x="4046220" y="4434840"/>
                        </a:cubicBezTo>
                        <a:cubicBezTo>
                          <a:pt x="4072601" y="4427422"/>
                          <a:pt x="4081290" y="4422775"/>
                          <a:pt x="4107180" y="4404360"/>
                        </a:cubicBezTo>
                        <a:cubicBezTo>
                          <a:pt x="4145460" y="4356352"/>
                          <a:pt x="4161491" y="4320880"/>
                          <a:pt x="4171950" y="4274820"/>
                        </a:cubicBezTo>
                        <a:cubicBezTo>
                          <a:pt x="4195296" y="4244224"/>
                          <a:pt x="4234685" y="4193560"/>
                          <a:pt x="4240530" y="4164330"/>
                        </a:cubicBezTo>
                        <a:cubicBezTo>
                          <a:pt x="4238798" y="4256506"/>
                          <a:pt x="4272102" y="4374299"/>
                          <a:pt x="4312920" y="4499610"/>
                        </a:cubicBezTo>
                        <a:cubicBezTo>
                          <a:pt x="4328119" y="4515041"/>
                          <a:pt x="4374667" y="4540687"/>
                          <a:pt x="4381500" y="4549140"/>
                        </a:cubicBezTo>
                        <a:cubicBezTo>
                          <a:pt x="4389178" y="4543965"/>
                          <a:pt x="4410604" y="4518461"/>
                          <a:pt x="4438650" y="4495800"/>
                        </a:cubicBezTo>
                        <a:cubicBezTo>
                          <a:pt x="4463316" y="4505641"/>
                          <a:pt x="4483667" y="4501743"/>
                          <a:pt x="4507230" y="4511040"/>
                        </a:cubicBezTo>
                        <a:cubicBezTo>
                          <a:pt x="4548495" y="4588467"/>
                          <a:pt x="4532955" y="4728044"/>
                          <a:pt x="4568190" y="4804410"/>
                        </a:cubicBezTo>
                        <a:cubicBezTo>
                          <a:pt x="4603034" y="4711897"/>
                          <a:pt x="4618911" y="4672752"/>
                          <a:pt x="4629150" y="4602480"/>
                        </a:cubicBezTo>
                        <a:cubicBezTo>
                          <a:pt x="4654407" y="4623671"/>
                          <a:pt x="4691804" y="4695250"/>
                          <a:pt x="4701540" y="4709160"/>
                        </a:cubicBezTo>
                        <a:cubicBezTo>
                          <a:pt x="4717048" y="4656061"/>
                          <a:pt x="4735192" y="4598893"/>
                          <a:pt x="4762500" y="4491990"/>
                        </a:cubicBezTo>
                        <a:cubicBezTo>
                          <a:pt x="4779067" y="4501076"/>
                          <a:pt x="4801892" y="4511905"/>
                          <a:pt x="4827270" y="4514850"/>
                        </a:cubicBezTo>
                        <a:cubicBezTo>
                          <a:pt x="4857853" y="4471801"/>
                          <a:pt x="4870149" y="4444761"/>
                          <a:pt x="4892040" y="4431030"/>
                        </a:cubicBezTo>
                        <a:cubicBezTo>
                          <a:pt x="4905016" y="4428292"/>
                          <a:pt x="4930168" y="4419217"/>
                          <a:pt x="4953000" y="4404360"/>
                        </a:cubicBezTo>
                        <a:cubicBezTo>
                          <a:pt x="4978522" y="4415577"/>
                          <a:pt x="4995489" y="4424002"/>
                          <a:pt x="5029200" y="4434840"/>
                        </a:cubicBezTo>
                        <a:cubicBezTo>
                          <a:pt x="5049395" y="4465137"/>
                          <a:pt x="5061202" y="4477751"/>
                          <a:pt x="5082540" y="4495800"/>
                        </a:cubicBezTo>
                        <a:cubicBezTo>
                          <a:pt x="5101294" y="4501129"/>
                          <a:pt x="5129824" y="4497896"/>
                          <a:pt x="5147310" y="4503420"/>
                        </a:cubicBezTo>
                        <a:cubicBezTo>
                          <a:pt x="5169474" y="4496089"/>
                          <a:pt x="5204011" y="4460403"/>
                          <a:pt x="5223510" y="4457700"/>
                        </a:cubicBezTo>
                        <a:cubicBezTo>
                          <a:pt x="5260637" y="4463687"/>
                          <a:pt x="5300409" y="4499849"/>
                          <a:pt x="5372100" y="4545330"/>
                        </a:cubicBezTo>
                        <a:cubicBezTo>
                          <a:pt x="5384060" y="4549630"/>
                          <a:pt x="5412946" y="4542738"/>
                          <a:pt x="5421630" y="4545330"/>
                        </a:cubicBezTo>
                        <a:cubicBezTo>
                          <a:pt x="5447921" y="4575454"/>
                          <a:pt x="5463088" y="4601930"/>
                          <a:pt x="5490210" y="4652010"/>
                        </a:cubicBezTo>
                        <a:cubicBezTo>
                          <a:pt x="5506079" y="4656893"/>
                          <a:pt x="5540728" y="4663428"/>
                          <a:pt x="5547360" y="4659630"/>
                        </a:cubicBezTo>
                        <a:cubicBezTo>
                          <a:pt x="5543336" y="4606868"/>
                          <a:pt x="5592409" y="4444471"/>
                          <a:pt x="5596890" y="4373880"/>
                        </a:cubicBezTo>
                        <a:cubicBezTo>
                          <a:pt x="5622660" y="4382107"/>
                          <a:pt x="5637329" y="4382613"/>
                          <a:pt x="5669280" y="4392930"/>
                        </a:cubicBezTo>
                        <a:cubicBezTo>
                          <a:pt x="5669013" y="4413177"/>
                          <a:pt x="5719486" y="4487485"/>
                          <a:pt x="5737860" y="4499610"/>
                        </a:cubicBezTo>
                        <a:cubicBezTo>
                          <a:pt x="5761736" y="4502332"/>
                          <a:pt x="5797619" y="4524179"/>
                          <a:pt x="5806440" y="4522470"/>
                        </a:cubicBezTo>
                        <a:cubicBezTo>
                          <a:pt x="5816664" y="4534248"/>
                          <a:pt x="5861833" y="4564771"/>
                          <a:pt x="5867400" y="4575810"/>
                        </a:cubicBezTo>
                        <a:cubicBezTo>
                          <a:pt x="5879565" y="4575482"/>
                          <a:pt x="5912453" y="4589933"/>
                          <a:pt x="5939790" y="4591050"/>
                        </a:cubicBezTo>
                        <a:cubicBezTo>
                          <a:pt x="5963643" y="4548318"/>
                          <a:pt x="6007159" y="4521440"/>
                          <a:pt x="6008370" y="4507230"/>
                        </a:cubicBezTo>
                        <a:cubicBezTo>
                          <a:pt x="6054419" y="4499838"/>
                          <a:pt x="6086833" y="4508254"/>
                          <a:pt x="6164580" y="4514850"/>
                        </a:cubicBezTo>
                        <a:cubicBezTo>
                          <a:pt x="6178661" y="4526092"/>
                          <a:pt x="6226630" y="4553890"/>
                          <a:pt x="6248400" y="4560570"/>
                        </a:cubicBezTo>
                        <a:cubicBezTo>
                          <a:pt x="6286625" y="4548396"/>
                          <a:pt x="6314821" y="4518114"/>
                          <a:pt x="6332220" y="4514850"/>
                        </a:cubicBezTo>
                        <a:cubicBezTo>
                          <a:pt x="6353629" y="4522162"/>
                          <a:pt x="6377507" y="4525570"/>
                          <a:pt x="6393180" y="4522470"/>
                        </a:cubicBezTo>
                        <a:cubicBezTo>
                          <a:pt x="6414550" y="4549677"/>
                          <a:pt x="6448530" y="4578830"/>
                          <a:pt x="6454140" y="4598670"/>
                        </a:cubicBezTo>
                        <a:cubicBezTo>
                          <a:pt x="6463958" y="4610659"/>
                          <a:pt x="6510223" y="4628637"/>
                          <a:pt x="6534150" y="4636770"/>
                        </a:cubicBezTo>
                        <a:cubicBezTo>
                          <a:pt x="6582942" y="4638672"/>
                          <a:pt x="6670170" y="4660836"/>
                          <a:pt x="6720840" y="4652010"/>
                        </a:cubicBezTo>
                        <a:cubicBezTo>
                          <a:pt x="6763715" y="4661764"/>
                          <a:pt x="6831391" y="4664186"/>
                          <a:pt x="6877050" y="4690110"/>
                        </a:cubicBezTo>
                        <a:cubicBezTo>
                          <a:pt x="6900063" y="4691191"/>
                          <a:pt x="6965822" y="4725244"/>
                          <a:pt x="6995160" y="4724400"/>
                        </a:cubicBezTo>
                        <a:cubicBezTo>
                          <a:pt x="7046787" y="4739478"/>
                          <a:pt x="7049633" y="4759338"/>
                          <a:pt x="7098030" y="4777740"/>
                        </a:cubicBezTo>
                        <a:cubicBezTo>
                          <a:pt x="7121776" y="4743253"/>
                          <a:pt x="7165958" y="4697273"/>
                          <a:pt x="7170420" y="4674870"/>
                        </a:cubicBezTo>
                        <a:cubicBezTo>
                          <a:pt x="7197654" y="4669537"/>
                          <a:pt x="7208095" y="4664138"/>
                          <a:pt x="7227570" y="4655820"/>
                        </a:cubicBezTo>
                        <a:cubicBezTo>
                          <a:pt x="7249728" y="4601941"/>
                          <a:pt x="7276890" y="4506590"/>
                          <a:pt x="7299960" y="4480560"/>
                        </a:cubicBezTo>
                        <a:cubicBezTo>
                          <a:pt x="7257801" y="3989767"/>
                          <a:pt x="7417229" y="3212837"/>
                          <a:pt x="7357110" y="2853690"/>
                        </a:cubicBezTo>
                        <a:cubicBezTo>
                          <a:pt x="7384733" y="2882154"/>
                          <a:pt x="7439716" y="3022898"/>
                          <a:pt x="7433310" y="3051810"/>
                        </a:cubicBezTo>
                        <a:cubicBezTo>
                          <a:pt x="7460372" y="3005654"/>
                          <a:pt x="7484807" y="2966472"/>
                          <a:pt x="7494270" y="2937510"/>
                        </a:cubicBezTo>
                        <a:cubicBezTo>
                          <a:pt x="7511741" y="2934099"/>
                          <a:pt x="7528046" y="2918898"/>
                          <a:pt x="7555230" y="2910840"/>
                        </a:cubicBezTo>
                        <a:cubicBezTo>
                          <a:pt x="7576032" y="2957680"/>
                          <a:pt x="7581973" y="2991747"/>
                          <a:pt x="7631430" y="3055620"/>
                        </a:cubicBezTo>
                        <a:cubicBezTo>
                          <a:pt x="7765112" y="2345332"/>
                          <a:pt x="7808200" y="1499149"/>
                          <a:pt x="7688580" y="781050"/>
                        </a:cubicBezTo>
                        <a:cubicBezTo>
                          <a:pt x="7701905" y="746227"/>
                          <a:pt x="7738989" y="705133"/>
                          <a:pt x="7753350" y="681990"/>
                        </a:cubicBezTo>
                        <a:cubicBezTo>
                          <a:pt x="7709869" y="908405"/>
                          <a:pt x="7955202" y="1631477"/>
                          <a:pt x="7943850" y="2225040"/>
                        </a:cubicBezTo>
                        <a:cubicBezTo>
                          <a:pt x="7996441" y="2431882"/>
                          <a:pt x="8042471" y="2586763"/>
                          <a:pt x="8081010" y="2632710"/>
                        </a:cubicBezTo>
                        <a:cubicBezTo>
                          <a:pt x="8084882" y="2849836"/>
                          <a:pt x="8117186" y="3683783"/>
                          <a:pt x="8138160" y="3901440"/>
                        </a:cubicBezTo>
                        <a:cubicBezTo>
                          <a:pt x="8190816" y="3793130"/>
                          <a:pt x="8202775" y="3642492"/>
                          <a:pt x="8214360" y="3589020"/>
                        </a:cubicBezTo>
                        <a:cubicBezTo>
                          <a:pt x="8260482" y="3733117"/>
                          <a:pt x="8256115" y="3879806"/>
                          <a:pt x="8271510" y="3950970"/>
                        </a:cubicBezTo>
                        <a:cubicBezTo>
                          <a:pt x="8283723" y="3875296"/>
                          <a:pt x="8321737" y="3752758"/>
                          <a:pt x="8340090" y="3733800"/>
                        </a:cubicBezTo>
                        <a:cubicBezTo>
                          <a:pt x="8376203" y="3597782"/>
                          <a:pt x="8385919" y="3474808"/>
                          <a:pt x="8408670" y="3394710"/>
                        </a:cubicBezTo>
                        <a:cubicBezTo>
                          <a:pt x="8411953" y="3485190"/>
                          <a:pt x="8419624" y="3648086"/>
                          <a:pt x="8469630" y="3760470"/>
                        </a:cubicBezTo>
                        <a:cubicBezTo>
                          <a:pt x="8473859" y="3772523"/>
                          <a:pt x="8509947" y="3806366"/>
                          <a:pt x="8534400" y="3844290"/>
                        </a:cubicBezTo>
                        <a:cubicBezTo>
                          <a:pt x="8555624" y="3948300"/>
                          <a:pt x="8550929" y="3960413"/>
                          <a:pt x="8599170" y="4053840"/>
                        </a:cubicBezTo>
                        <a:cubicBezTo>
                          <a:pt x="8633780" y="4099856"/>
                          <a:pt x="8627153" y="4116834"/>
                          <a:pt x="8660130" y="4152900"/>
                        </a:cubicBezTo>
                        <a:cubicBezTo>
                          <a:pt x="8686099" y="4131408"/>
                          <a:pt x="8692655" y="4113781"/>
                          <a:pt x="8728710" y="4091940"/>
                        </a:cubicBezTo>
                        <a:cubicBezTo>
                          <a:pt x="8752093" y="4000675"/>
                          <a:pt x="8773600" y="3985055"/>
                          <a:pt x="8793480" y="3909060"/>
                        </a:cubicBezTo>
                        <a:cubicBezTo>
                          <a:pt x="8808922" y="3956597"/>
                          <a:pt x="8846561" y="4017723"/>
                          <a:pt x="8862060" y="4038600"/>
                        </a:cubicBezTo>
                        <a:cubicBezTo>
                          <a:pt x="8865703" y="4138814"/>
                          <a:pt x="8922627" y="4404845"/>
                          <a:pt x="8919210" y="4457700"/>
                        </a:cubicBezTo>
                        <a:cubicBezTo>
                          <a:pt x="8932833" y="4369216"/>
                          <a:pt x="8974069" y="4172863"/>
                          <a:pt x="8995410" y="4122420"/>
                        </a:cubicBezTo>
                        <a:cubicBezTo>
                          <a:pt x="9035060" y="3986667"/>
                          <a:pt x="9034815" y="3785550"/>
                          <a:pt x="9052560" y="3569970"/>
                        </a:cubicBezTo>
                        <a:cubicBezTo>
                          <a:pt x="9053528" y="3598957"/>
                          <a:pt x="9103334" y="3776057"/>
                          <a:pt x="9132570" y="3832860"/>
                        </a:cubicBezTo>
                        <a:cubicBezTo>
                          <a:pt x="9157379" y="3820740"/>
                          <a:pt x="9177733" y="3813181"/>
                          <a:pt x="9185910" y="3813810"/>
                        </a:cubicBezTo>
                        <a:cubicBezTo>
                          <a:pt x="9213562" y="3776268"/>
                          <a:pt x="9234368" y="3676916"/>
                          <a:pt x="9246870" y="3642360"/>
                        </a:cubicBezTo>
                        <a:cubicBezTo>
                          <a:pt x="9282944" y="3583877"/>
                          <a:pt x="9308366" y="3242703"/>
                          <a:pt x="9323070" y="3169920"/>
                        </a:cubicBezTo>
                        <a:cubicBezTo>
                          <a:pt x="9328436" y="2916670"/>
                          <a:pt x="9352764" y="2730141"/>
                          <a:pt x="9361170" y="2644140"/>
                        </a:cubicBezTo>
                        <a:cubicBezTo>
                          <a:pt x="9362563" y="2599514"/>
                          <a:pt x="9353252" y="2451148"/>
                          <a:pt x="9384030" y="2373630"/>
                        </a:cubicBezTo>
                        <a:cubicBezTo>
                          <a:pt x="9379841" y="2325812"/>
                          <a:pt x="9452345" y="2108321"/>
                          <a:pt x="9441180" y="1916430"/>
                        </a:cubicBezTo>
                        <a:cubicBezTo>
                          <a:pt x="9461909" y="1883081"/>
                          <a:pt x="9477913" y="1778845"/>
                          <a:pt x="9517380" y="1668780"/>
                        </a:cubicBezTo>
                        <a:cubicBezTo>
                          <a:pt x="9533345" y="1380327"/>
                          <a:pt x="9596198" y="1048170"/>
                          <a:pt x="9574530" y="621030"/>
                        </a:cubicBezTo>
                        <a:cubicBezTo>
                          <a:pt x="9550354" y="1104866"/>
                          <a:pt x="9512040" y="1375493"/>
                          <a:pt x="9612630" y="1802130"/>
                        </a:cubicBezTo>
                        <a:cubicBezTo>
                          <a:pt x="9616426" y="1966384"/>
                          <a:pt x="9627354" y="2107998"/>
                          <a:pt x="9639300" y="2320290"/>
                        </a:cubicBezTo>
                        <a:cubicBezTo>
                          <a:pt x="9665697" y="2094957"/>
                          <a:pt x="9728776" y="1767438"/>
                          <a:pt x="9711690" y="1535430"/>
                        </a:cubicBezTo>
                        <a:cubicBezTo>
                          <a:pt x="9658818" y="896200"/>
                          <a:pt x="9742683" y="690983"/>
                          <a:pt x="9765030" y="182880"/>
                        </a:cubicBezTo>
                        <a:cubicBezTo>
                          <a:pt x="9780274" y="216904"/>
                          <a:pt x="9810521" y="229382"/>
                          <a:pt x="9841230" y="278130"/>
                        </a:cubicBezTo>
                        <a:cubicBezTo>
                          <a:pt x="9859948" y="318590"/>
                          <a:pt x="9877579" y="439881"/>
                          <a:pt x="9906000" y="487680"/>
                        </a:cubicBezTo>
                        <a:cubicBezTo>
                          <a:pt x="9929937" y="546515"/>
                          <a:pt x="9939669" y="880096"/>
                          <a:pt x="9963150" y="982980"/>
                        </a:cubicBezTo>
                        <a:cubicBezTo>
                          <a:pt x="9814913" y="1244688"/>
                          <a:pt x="9910567" y="2272422"/>
                          <a:pt x="10027920" y="3009900"/>
                        </a:cubicBezTo>
                        <a:cubicBezTo>
                          <a:pt x="10039478" y="3083898"/>
                          <a:pt x="10059595" y="3344904"/>
                          <a:pt x="10096500" y="3390900"/>
                        </a:cubicBezTo>
                        <a:cubicBezTo>
                          <a:pt x="10114952" y="3323037"/>
                          <a:pt x="10176612" y="3006689"/>
                          <a:pt x="10165080" y="2960370"/>
                        </a:cubicBezTo>
                        <a:cubicBezTo>
                          <a:pt x="10227262" y="2700202"/>
                          <a:pt x="10159898" y="2437401"/>
                          <a:pt x="10222230" y="2346960"/>
                        </a:cubicBezTo>
                        <a:cubicBezTo>
                          <a:pt x="10233648" y="2406216"/>
                          <a:pt x="10300383" y="2627914"/>
                          <a:pt x="10302240" y="2674620"/>
                        </a:cubicBezTo>
                        <a:cubicBezTo>
                          <a:pt x="10297804" y="2853237"/>
                          <a:pt x="10226977" y="3976269"/>
                          <a:pt x="10355580" y="4351020"/>
                        </a:cubicBezTo>
                      </a:path>
                    </a:pathLst>
                  </a:custGeom>
                  <ask:type>
                    <ask:lineSketchNone/>
                  </ask:type>
                </ask:lineSketchStyleProps>
              </a:ext>
            </a:extLst>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Picture 8" descr="What Does &quot;in Your Wheelhouse&quot; Mean?">
            <a:extLst>
              <a:ext uri="{FF2B5EF4-FFF2-40B4-BE49-F238E27FC236}">
                <a16:creationId xmlns:a16="http://schemas.microsoft.com/office/drawing/2014/main" id="{C3DB9064-8D28-39F9-6405-AFED0868E121}"/>
              </a:ext>
            </a:extLst>
          </p:cNvPr>
          <p:cNvPicPr>
            <a:picLocks noChangeAspect="1" noChangeArrowheads="1"/>
          </p:cNvPicPr>
          <p:nvPr/>
        </p:nvPicPr>
        <p:blipFill>
          <a:blip r:embed="rId6">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70486" y="4017079"/>
            <a:ext cx="3341550" cy="2470864"/>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4" descr="Oil and Gas Industry Overview">
            <a:extLst>
              <a:ext uri="{FF2B5EF4-FFF2-40B4-BE49-F238E27FC236}">
                <a16:creationId xmlns:a16="http://schemas.microsoft.com/office/drawing/2014/main" id="{61B4967D-6E54-BF06-191B-1F67D1BF8C10}"/>
              </a:ext>
            </a:extLst>
          </p:cNvPr>
          <p:cNvPicPr>
            <a:picLocks noChangeArrowheads="1"/>
          </p:cNvPicPr>
          <p:nvPr/>
        </p:nvPicPr>
        <p:blipFill rotWithShape="1">
          <a:blip r:embed="rId7">
            <a:extLst>
              <a:ext uri="{28A0092B-C50C-407E-A947-70E740481C1C}">
                <a14:useLocalDpi xmlns:a14="http://schemas.microsoft.com/office/drawing/2010/main" val="0"/>
              </a:ext>
            </a:extLst>
          </a:blip>
          <a:srcRect l="14177" r="11937"/>
          <a:stretch/>
        </p:blipFill>
        <p:spPr bwMode="auto">
          <a:xfrm>
            <a:off x="14897965" y="4024541"/>
            <a:ext cx="3337560" cy="2468880"/>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68" descr="A blue and black globe with a white background&#10;&#10;AI-generated content may be incorrect.">
            <a:extLst>
              <a:ext uri="{FF2B5EF4-FFF2-40B4-BE49-F238E27FC236}">
                <a16:creationId xmlns:a16="http://schemas.microsoft.com/office/drawing/2014/main" id="{2DCE699A-584D-7E54-D631-53F888307815}"/>
              </a:ext>
            </a:extLst>
          </p:cNvPr>
          <p:cNvPicPr>
            <a:picLocks noChangeAspect="1"/>
          </p:cNvPicPr>
          <p:nvPr/>
        </p:nvPicPr>
        <p:blipFill>
          <a:blip r:embed="rId2">
            <a:clrChange>
              <a:clrFrom>
                <a:srgbClr val="FFFFFF"/>
              </a:clrFrom>
              <a:clrTo>
                <a:srgbClr val="FFFFFF">
                  <a:alpha val="0"/>
                </a:srgbClr>
              </a:clrTo>
            </a:clrChange>
            <a:biLevel thresh="50000"/>
            <a:extLst>
              <a:ext uri="{28A0092B-C50C-407E-A947-70E740481C1C}">
                <a14:useLocalDpi xmlns:a14="http://schemas.microsoft.com/office/drawing/2010/main" val="0"/>
              </a:ext>
            </a:extLst>
          </a:blip>
          <a:stretch>
            <a:fillRect/>
          </a:stretch>
        </p:blipFill>
        <p:spPr>
          <a:xfrm>
            <a:off x="15773160" y="4918812"/>
            <a:ext cx="998537" cy="1208646"/>
          </a:xfrm>
          <a:prstGeom prst="rect">
            <a:avLst/>
          </a:prstGeom>
        </p:spPr>
      </p:pic>
      <p:sp>
        <p:nvSpPr>
          <p:cNvPr id="59" name="TextBox 58">
            <a:extLst>
              <a:ext uri="{FF2B5EF4-FFF2-40B4-BE49-F238E27FC236}">
                <a16:creationId xmlns:a16="http://schemas.microsoft.com/office/drawing/2014/main" id="{72AB51AB-8B44-CA8E-705C-CB7E2AC31961}"/>
              </a:ext>
            </a:extLst>
          </p:cNvPr>
          <p:cNvSpPr txBox="1"/>
          <p:nvPr/>
        </p:nvSpPr>
        <p:spPr>
          <a:xfrm>
            <a:off x="1113888" y="10348630"/>
            <a:ext cx="1478032" cy="160044"/>
          </a:xfrm>
          <a:prstGeom prst="rect">
            <a:avLst/>
          </a:prstGeom>
          <a:noFill/>
          <a:effectLst>
            <a:outerShdw blurRad="50800" dist="38100" dir="2700000" algn="tl" rotWithShape="0">
              <a:prstClr val="black">
                <a:alpha val="40000"/>
              </a:prstClr>
            </a:outerShdw>
          </a:effectLst>
        </p:spPr>
        <p:txBody>
          <a:bodyPr wrap="none" lIns="18288" tIns="18288" rIns="18288" bIns="18288" rtlCol="0">
            <a:spAutoFit/>
          </a:bodyPr>
          <a:lstStyle/>
          <a:p>
            <a:pPr algn="ctr"/>
            <a:r>
              <a:rPr lang="en-US" sz="800" dirty="0">
                <a:solidFill>
                  <a:srgbClr val="F2F2F2"/>
                </a:solidFill>
                <a:effectLst>
                  <a:outerShdw blurRad="38100" dist="38100" dir="2700000" algn="tl">
                    <a:srgbClr val="000000">
                      <a:alpha val="43137"/>
                    </a:srgbClr>
                  </a:outerShdw>
                </a:effectLst>
                <a:latin typeface="Candara" panose="020E0502030303020204" pitchFamily="34" charset="0"/>
              </a:rPr>
              <a:t>Oil prices adjusted to 2014 dollars</a:t>
            </a:r>
          </a:p>
        </p:txBody>
      </p:sp>
    </p:spTree>
    <p:extLst>
      <p:ext uri="{BB962C8B-B14F-4D97-AF65-F5344CB8AC3E}">
        <p14:creationId xmlns:p14="http://schemas.microsoft.com/office/powerpoint/2010/main" val="20089762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14506</TotalTime>
  <Words>1779</Words>
  <Application>Microsoft Office PowerPoint</Application>
  <PresentationFormat>Custom</PresentationFormat>
  <Paragraphs>175</Paragraphs>
  <Slides>5</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vt:i4>
      </vt:variant>
    </vt:vector>
  </HeadingPairs>
  <TitlesOfParts>
    <vt:vector size="16" baseType="lpstr">
      <vt:lpstr>adobe-garamond-pro</vt:lpstr>
      <vt:lpstr>Aptos</vt:lpstr>
      <vt:lpstr>Arial</vt:lpstr>
      <vt:lpstr>Calibri</vt:lpstr>
      <vt:lpstr>Calibri Light</vt:lpstr>
      <vt:lpstr>Candara</vt:lpstr>
      <vt:lpstr>CIDFont+F1</vt:lpstr>
      <vt:lpstr>CIDFont+F2</vt:lpstr>
      <vt:lpstr>Futura Medium</vt:lpstr>
      <vt:lpstr>Wingdings</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Williamson</dc:creator>
  <cp:lastModifiedBy>David Williamson</cp:lastModifiedBy>
  <cp:revision>90</cp:revision>
  <dcterms:created xsi:type="dcterms:W3CDTF">2020-05-23T20:23:31Z</dcterms:created>
  <dcterms:modified xsi:type="dcterms:W3CDTF">2025-08-01T16:53:12Z</dcterms:modified>
</cp:coreProperties>
</file>